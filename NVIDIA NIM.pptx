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532" r:id="rId2"/>
    <p:sldId id="533" r:id="rId3"/>
    <p:sldId id="534" r:id="rId4"/>
    <p:sldId id="539" r:id="rId5"/>
    <p:sldId id="535" r:id="rId6"/>
    <p:sldId id="542" r:id="rId7"/>
    <p:sldId id="536" r:id="rId8"/>
    <p:sldId id="540" r:id="rId9"/>
    <p:sldId id="541" r:id="rId10"/>
    <p:sldId id="546" r:id="rId11"/>
    <p:sldId id="545" r:id="rId12"/>
    <p:sldId id="54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0D7B78-F21E-4F82-B2DC-7968C21C53FB}" v="84" dt="2026-08-03T01:20:49.0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46" d="100"/>
          <a:sy n="46" d="100"/>
        </p:scale>
        <p:origin x="54" y="4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ushree Singhal" userId="f3d1f42e-c73a-43d3-b40a-e1307726373a" providerId="ADAL" clId="{2D31042B-BEC1-4BA7-A334-E96C03D420BF}"/>
    <pc:docChg chg="undo custSel addSld delSld modSld sldOrd">
      <pc:chgData name="Anushree Singhal" userId="f3d1f42e-c73a-43d3-b40a-e1307726373a" providerId="ADAL" clId="{2D31042B-BEC1-4BA7-A334-E96C03D420BF}" dt="2026-08-03T01:20:49.032" v="4107"/>
      <pc:docMkLst>
        <pc:docMk/>
      </pc:docMkLst>
      <pc:sldChg chg="modSp mod">
        <pc:chgData name="Anushree Singhal" userId="f3d1f42e-c73a-43d3-b40a-e1307726373a" providerId="ADAL" clId="{2D31042B-BEC1-4BA7-A334-E96C03D420BF}" dt="2026-07-15T07:07:58.050" v="9" actId="20577"/>
        <pc:sldMkLst>
          <pc:docMk/>
          <pc:sldMk cId="2928982575" sldId="532"/>
        </pc:sldMkLst>
        <pc:spChg chg="mod">
          <ac:chgData name="Anushree Singhal" userId="f3d1f42e-c73a-43d3-b40a-e1307726373a" providerId="ADAL" clId="{2D31042B-BEC1-4BA7-A334-E96C03D420BF}" dt="2026-07-15T07:07:58.050" v="9" actId="20577"/>
          <ac:spMkLst>
            <pc:docMk/>
            <pc:sldMk cId="2928982575" sldId="532"/>
            <ac:spMk id="14" creationId="{6C903DCE-8E92-3A1A-0F4E-C38248F37AC7}"/>
          </ac:spMkLst>
        </pc:spChg>
      </pc:sldChg>
      <pc:sldChg chg="modSp mod">
        <pc:chgData name="Anushree Singhal" userId="f3d1f42e-c73a-43d3-b40a-e1307726373a" providerId="ADAL" clId="{2D31042B-BEC1-4BA7-A334-E96C03D420BF}" dt="2026-07-15T07:10:55.836" v="54" actId="20577"/>
        <pc:sldMkLst>
          <pc:docMk/>
          <pc:sldMk cId="510045914" sldId="533"/>
        </pc:sldMkLst>
        <pc:spChg chg="mod">
          <ac:chgData name="Anushree Singhal" userId="f3d1f42e-c73a-43d3-b40a-e1307726373a" providerId="ADAL" clId="{2D31042B-BEC1-4BA7-A334-E96C03D420BF}" dt="2026-07-15T07:09:53.960" v="12"/>
          <ac:spMkLst>
            <pc:docMk/>
            <pc:sldMk cId="510045914" sldId="533"/>
            <ac:spMk id="2" creationId="{C0D39151-E64E-BFE4-5AAB-5DA372BCC334}"/>
          </ac:spMkLst>
        </pc:spChg>
        <pc:spChg chg="mod">
          <ac:chgData name="Anushree Singhal" userId="f3d1f42e-c73a-43d3-b40a-e1307726373a" providerId="ADAL" clId="{2D31042B-BEC1-4BA7-A334-E96C03D420BF}" dt="2026-07-15T07:10:55.836" v="54" actId="20577"/>
          <ac:spMkLst>
            <pc:docMk/>
            <pc:sldMk cId="510045914" sldId="533"/>
            <ac:spMk id="3" creationId="{799E60D2-4F39-8D49-46BB-70EC64CC2796}"/>
          </ac:spMkLst>
        </pc:spChg>
      </pc:sldChg>
      <pc:sldChg chg="addSp delSp modSp mod">
        <pc:chgData name="Anushree Singhal" userId="f3d1f42e-c73a-43d3-b40a-e1307726373a" providerId="ADAL" clId="{2D31042B-BEC1-4BA7-A334-E96C03D420BF}" dt="2026-07-15T07:38:29.173" v="629" actId="20577"/>
        <pc:sldMkLst>
          <pc:docMk/>
          <pc:sldMk cId="3500687695" sldId="534"/>
        </pc:sldMkLst>
        <pc:spChg chg="mod">
          <ac:chgData name="Anushree Singhal" userId="f3d1f42e-c73a-43d3-b40a-e1307726373a" providerId="ADAL" clId="{2D31042B-BEC1-4BA7-A334-E96C03D420BF}" dt="2026-07-15T07:11:42.200" v="55"/>
          <ac:spMkLst>
            <pc:docMk/>
            <pc:sldMk cId="3500687695" sldId="534"/>
            <ac:spMk id="2" creationId="{686F1F86-5961-040B-77A5-01BBA0C9E89F}"/>
          </ac:spMkLst>
        </pc:spChg>
        <pc:spChg chg="mod">
          <ac:chgData name="Anushree Singhal" userId="f3d1f42e-c73a-43d3-b40a-e1307726373a" providerId="ADAL" clId="{2D31042B-BEC1-4BA7-A334-E96C03D420BF}" dt="2026-07-15T07:22:17.379" v="502" actId="20577"/>
          <ac:spMkLst>
            <pc:docMk/>
            <pc:sldMk cId="3500687695" sldId="534"/>
            <ac:spMk id="3" creationId="{BA4D0C8B-E889-A737-044E-28AAEF348EF6}"/>
          </ac:spMkLst>
        </pc:spChg>
        <pc:spChg chg="add mod">
          <ac:chgData name="Anushree Singhal" userId="f3d1f42e-c73a-43d3-b40a-e1307726373a" providerId="ADAL" clId="{2D31042B-BEC1-4BA7-A334-E96C03D420BF}" dt="2026-07-15T07:25:32.993" v="614" actId="113"/>
          <ac:spMkLst>
            <pc:docMk/>
            <pc:sldMk cId="3500687695" sldId="534"/>
            <ac:spMk id="8" creationId="{10A42A0F-93C7-5666-85F3-0DFADB0C07E7}"/>
          </ac:spMkLst>
        </pc:spChg>
        <pc:graphicFrameChg chg="add mod modGraphic">
          <ac:chgData name="Anushree Singhal" userId="f3d1f42e-c73a-43d3-b40a-e1307726373a" providerId="ADAL" clId="{2D31042B-BEC1-4BA7-A334-E96C03D420BF}" dt="2026-07-15T07:38:29.173" v="629" actId="20577"/>
          <ac:graphicFrameMkLst>
            <pc:docMk/>
            <pc:sldMk cId="3500687695" sldId="534"/>
            <ac:graphicFrameMk id="5" creationId="{998C864F-568A-DD30-4DAA-C88427DD63E2}"/>
          </ac:graphicFrameMkLst>
        </pc:graphicFrameChg>
        <pc:graphicFrameChg chg="add mod modGraphic">
          <ac:chgData name="Anushree Singhal" userId="f3d1f42e-c73a-43d3-b40a-e1307726373a" providerId="ADAL" clId="{2D31042B-BEC1-4BA7-A334-E96C03D420BF}" dt="2026-07-15T07:24:32.448" v="607" actId="14100"/>
          <ac:graphicFrameMkLst>
            <pc:docMk/>
            <pc:sldMk cId="3500687695" sldId="534"/>
            <ac:graphicFrameMk id="7" creationId="{36D908E2-EA6C-3472-1907-7842884C6F82}"/>
          </ac:graphicFrameMkLst>
        </pc:graphicFrameChg>
      </pc:sldChg>
      <pc:sldChg chg="addSp modSp mod ord">
        <pc:chgData name="Anushree Singhal" userId="f3d1f42e-c73a-43d3-b40a-e1307726373a" providerId="ADAL" clId="{2D31042B-BEC1-4BA7-A334-E96C03D420BF}" dt="2026-07-17T10:33:50.112" v="2503"/>
        <pc:sldMkLst>
          <pc:docMk/>
          <pc:sldMk cId="1010392864" sldId="535"/>
        </pc:sldMkLst>
        <pc:spChg chg="mod">
          <ac:chgData name="Anushree Singhal" userId="f3d1f42e-c73a-43d3-b40a-e1307726373a" providerId="ADAL" clId="{2D31042B-BEC1-4BA7-A334-E96C03D420BF}" dt="2026-07-15T07:37:11.501" v="615"/>
          <ac:spMkLst>
            <pc:docMk/>
            <pc:sldMk cId="1010392864" sldId="535"/>
            <ac:spMk id="2" creationId="{48DD4EA9-DAFB-8147-3667-94B34B49B8CA}"/>
          </ac:spMkLst>
        </pc:spChg>
        <pc:spChg chg="mod">
          <ac:chgData name="Anushree Singhal" userId="f3d1f42e-c73a-43d3-b40a-e1307726373a" providerId="ADAL" clId="{2D31042B-BEC1-4BA7-A334-E96C03D420BF}" dt="2026-07-17T10:26:18.808" v="2204" actId="255"/>
          <ac:spMkLst>
            <pc:docMk/>
            <pc:sldMk cId="1010392864" sldId="535"/>
            <ac:spMk id="3" creationId="{D1006DA3-7AF5-0FBE-6D94-F8EF7A546CE5}"/>
          </ac:spMkLst>
        </pc:spChg>
        <pc:graphicFrameChg chg="add mod modGraphic">
          <ac:chgData name="Anushree Singhal" userId="f3d1f42e-c73a-43d3-b40a-e1307726373a" providerId="ADAL" clId="{2D31042B-BEC1-4BA7-A334-E96C03D420BF}" dt="2026-07-17T10:33:50.112" v="2503"/>
          <ac:graphicFrameMkLst>
            <pc:docMk/>
            <pc:sldMk cId="1010392864" sldId="535"/>
            <ac:graphicFrameMk id="4" creationId="{8B32CE4F-ACBE-D7C0-D797-00D1B8FC274C}"/>
          </ac:graphicFrameMkLst>
        </pc:graphicFrameChg>
      </pc:sldChg>
      <pc:sldChg chg="addSp delSp modSp mod">
        <pc:chgData name="Anushree Singhal" userId="f3d1f42e-c73a-43d3-b40a-e1307726373a" providerId="ADAL" clId="{2D31042B-BEC1-4BA7-A334-E96C03D420BF}" dt="2026-07-16T08:56:08.830" v="2048" actId="14100"/>
        <pc:sldMkLst>
          <pc:docMk/>
          <pc:sldMk cId="3207150620" sldId="536"/>
        </pc:sldMkLst>
        <pc:spChg chg="mod">
          <ac:chgData name="Anushree Singhal" userId="f3d1f42e-c73a-43d3-b40a-e1307726373a" providerId="ADAL" clId="{2D31042B-BEC1-4BA7-A334-E96C03D420BF}" dt="2026-07-15T09:00:48.691" v="1500"/>
          <ac:spMkLst>
            <pc:docMk/>
            <pc:sldMk cId="3207150620" sldId="536"/>
            <ac:spMk id="2" creationId="{6F7143A3-F4EF-82D4-98F1-23C9EF2F16A2}"/>
          </ac:spMkLst>
        </pc:spChg>
        <pc:spChg chg="mod">
          <ac:chgData name="Anushree Singhal" userId="f3d1f42e-c73a-43d3-b40a-e1307726373a" providerId="ADAL" clId="{2D31042B-BEC1-4BA7-A334-E96C03D420BF}" dt="2026-07-15T09:19:30.526" v="1949" actId="255"/>
          <ac:spMkLst>
            <pc:docMk/>
            <pc:sldMk cId="3207150620" sldId="536"/>
            <ac:spMk id="3" creationId="{AA5E2D73-449A-6692-4B00-9FFA4476C60F}"/>
          </ac:spMkLst>
        </pc:spChg>
        <pc:graphicFrameChg chg="add mod modGraphic">
          <ac:chgData name="Anushree Singhal" userId="f3d1f42e-c73a-43d3-b40a-e1307726373a" providerId="ADAL" clId="{2D31042B-BEC1-4BA7-A334-E96C03D420BF}" dt="2026-07-16T08:56:08.830" v="2048" actId="14100"/>
          <ac:graphicFrameMkLst>
            <pc:docMk/>
            <pc:sldMk cId="3207150620" sldId="536"/>
            <ac:graphicFrameMk id="6" creationId="{F49A4BBC-7D6B-80B8-B5C2-800C22DD5A3C}"/>
          </ac:graphicFrameMkLst>
        </pc:graphicFrameChg>
      </pc:sldChg>
      <pc:sldChg chg="modSp add mod">
        <pc:chgData name="Anushree Singhal" userId="f3d1f42e-c73a-43d3-b40a-e1307726373a" providerId="ADAL" clId="{2D31042B-BEC1-4BA7-A334-E96C03D420BF}" dt="2026-07-15T09:24:51.969" v="2045" actId="20577"/>
        <pc:sldMkLst>
          <pc:docMk/>
          <pc:sldMk cId="2136629787" sldId="539"/>
        </pc:sldMkLst>
        <pc:spChg chg="mod">
          <ac:chgData name="Anushree Singhal" userId="f3d1f42e-c73a-43d3-b40a-e1307726373a" providerId="ADAL" clId="{2D31042B-BEC1-4BA7-A334-E96C03D420BF}" dt="2026-07-15T08:59:01.718" v="1499"/>
          <ac:spMkLst>
            <pc:docMk/>
            <pc:sldMk cId="2136629787" sldId="539"/>
            <ac:spMk id="2" creationId="{3CCB4C15-B7BD-2164-F608-674113E16BB7}"/>
          </ac:spMkLst>
        </pc:spChg>
        <pc:spChg chg="mod">
          <ac:chgData name="Anushree Singhal" userId="f3d1f42e-c73a-43d3-b40a-e1307726373a" providerId="ADAL" clId="{2D31042B-BEC1-4BA7-A334-E96C03D420BF}" dt="2026-07-15T08:54:10.404" v="1422" actId="20577"/>
          <ac:spMkLst>
            <pc:docMk/>
            <pc:sldMk cId="2136629787" sldId="539"/>
            <ac:spMk id="3" creationId="{0C610071-FFFE-172E-BBAE-D6CF1447BA78}"/>
          </ac:spMkLst>
        </pc:spChg>
        <pc:graphicFrameChg chg="mod modGraphic">
          <ac:chgData name="Anushree Singhal" userId="f3d1f42e-c73a-43d3-b40a-e1307726373a" providerId="ADAL" clId="{2D31042B-BEC1-4BA7-A334-E96C03D420BF}" dt="2026-07-15T09:24:51.969" v="2045" actId="20577"/>
          <ac:graphicFrameMkLst>
            <pc:docMk/>
            <pc:sldMk cId="2136629787" sldId="539"/>
            <ac:graphicFrameMk id="4" creationId="{E0781B84-07F4-18F7-F695-56C556E3599C}"/>
          </ac:graphicFrameMkLst>
        </pc:graphicFrameChg>
      </pc:sldChg>
      <pc:sldChg chg="addSp delSp modSp add del mod">
        <pc:chgData name="Anushree Singhal" userId="f3d1f42e-c73a-43d3-b40a-e1307726373a" providerId="ADAL" clId="{2D31042B-BEC1-4BA7-A334-E96C03D420BF}" dt="2026-07-17T11:34:09.587" v="2512" actId="20577"/>
        <pc:sldMkLst>
          <pc:docMk/>
          <pc:sldMk cId="3194214652" sldId="540"/>
        </pc:sldMkLst>
        <pc:spChg chg="mod">
          <ac:chgData name="Anushree Singhal" userId="f3d1f42e-c73a-43d3-b40a-e1307726373a" providerId="ADAL" clId="{2D31042B-BEC1-4BA7-A334-E96C03D420BF}" dt="2026-07-17T11:34:09.587" v="2512" actId="20577"/>
          <ac:spMkLst>
            <pc:docMk/>
            <pc:sldMk cId="3194214652" sldId="540"/>
            <ac:spMk id="2" creationId="{BBC12C56-343B-3B22-60D6-5284A87113D4}"/>
          </ac:spMkLst>
        </pc:spChg>
        <pc:spChg chg="mod">
          <ac:chgData name="Anushree Singhal" userId="f3d1f42e-c73a-43d3-b40a-e1307726373a" providerId="ADAL" clId="{2D31042B-BEC1-4BA7-A334-E96C03D420BF}" dt="2026-07-17T10:40:55.365" v="2504" actId="20577"/>
          <ac:spMkLst>
            <pc:docMk/>
            <pc:sldMk cId="3194214652" sldId="540"/>
            <ac:spMk id="3" creationId="{8A8C8E32-7895-3B20-267A-35AD0D4392EF}"/>
          </ac:spMkLst>
        </pc:spChg>
        <pc:spChg chg="add mod">
          <ac:chgData name="Anushree Singhal" userId="f3d1f42e-c73a-43d3-b40a-e1307726373a" providerId="ADAL" clId="{2D31042B-BEC1-4BA7-A334-E96C03D420BF}" dt="2026-07-17T10:19:56.789" v="2100" actId="15"/>
          <ac:spMkLst>
            <pc:docMk/>
            <pc:sldMk cId="3194214652" sldId="540"/>
            <ac:spMk id="5" creationId="{2E4F6FF3-593A-1020-6045-CC2971B026D4}"/>
          </ac:spMkLst>
        </pc:spChg>
      </pc:sldChg>
      <pc:sldChg chg="addSp delSp modSp add mod">
        <pc:chgData name="Anushree Singhal" userId="f3d1f42e-c73a-43d3-b40a-e1307726373a" providerId="ADAL" clId="{2D31042B-BEC1-4BA7-A334-E96C03D420BF}" dt="2026-07-20T05:04:45.162" v="2821" actId="20577"/>
        <pc:sldMkLst>
          <pc:docMk/>
          <pc:sldMk cId="3036749440" sldId="541"/>
        </pc:sldMkLst>
        <pc:spChg chg="mod">
          <ac:chgData name="Anushree Singhal" userId="f3d1f42e-c73a-43d3-b40a-e1307726373a" providerId="ADAL" clId="{2D31042B-BEC1-4BA7-A334-E96C03D420BF}" dt="2026-07-20T05:04:45.162" v="2821" actId="20577"/>
          <ac:spMkLst>
            <pc:docMk/>
            <pc:sldMk cId="3036749440" sldId="541"/>
            <ac:spMk id="2" creationId="{D55EC7AF-88DE-C451-A8C4-02C777AEAE1F}"/>
          </ac:spMkLst>
        </pc:spChg>
        <pc:spChg chg="mod">
          <ac:chgData name="Anushree Singhal" userId="f3d1f42e-c73a-43d3-b40a-e1307726373a" providerId="ADAL" clId="{2D31042B-BEC1-4BA7-A334-E96C03D420BF}" dt="2026-07-20T04:56:00.165" v="2522" actId="255"/>
          <ac:spMkLst>
            <pc:docMk/>
            <pc:sldMk cId="3036749440" sldId="541"/>
            <ac:spMk id="3" creationId="{BDB2B99A-8AA6-225E-BA99-5F25591ABC82}"/>
          </ac:spMkLst>
        </pc:spChg>
        <pc:graphicFrameChg chg="add mod modGraphic">
          <ac:chgData name="Anushree Singhal" userId="f3d1f42e-c73a-43d3-b40a-e1307726373a" providerId="ADAL" clId="{2D31042B-BEC1-4BA7-A334-E96C03D420BF}" dt="2026-07-20T05:04:31.391" v="2809" actId="1076"/>
          <ac:graphicFrameMkLst>
            <pc:docMk/>
            <pc:sldMk cId="3036749440" sldId="541"/>
            <ac:graphicFrameMk id="4" creationId="{402D4BCE-F33A-BCEF-7E89-7FE8ED9EA59D}"/>
          </ac:graphicFrameMkLst>
        </pc:graphicFrameChg>
      </pc:sldChg>
      <pc:sldChg chg="addSp delSp modSp add mod">
        <pc:chgData name="Anushree Singhal" userId="f3d1f42e-c73a-43d3-b40a-e1307726373a" providerId="ADAL" clId="{2D31042B-BEC1-4BA7-A334-E96C03D420BF}" dt="2026-07-20T05:12:05.221" v="3094" actId="20577"/>
        <pc:sldMkLst>
          <pc:docMk/>
          <pc:sldMk cId="74572068" sldId="542"/>
        </pc:sldMkLst>
        <pc:spChg chg="mod">
          <ac:chgData name="Anushree Singhal" userId="f3d1f42e-c73a-43d3-b40a-e1307726373a" providerId="ADAL" clId="{2D31042B-BEC1-4BA7-A334-E96C03D420BF}" dt="2026-07-20T05:07:39.774" v="2839" actId="20577"/>
          <ac:spMkLst>
            <pc:docMk/>
            <pc:sldMk cId="74572068" sldId="542"/>
            <ac:spMk id="2" creationId="{51BE91AB-C7B8-4609-3F0C-1EADFA0ABBF9}"/>
          </ac:spMkLst>
        </pc:spChg>
        <pc:spChg chg="mod">
          <ac:chgData name="Anushree Singhal" userId="f3d1f42e-c73a-43d3-b40a-e1307726373a" providerId="ADAL" clId="{2D31042B-BEC1-4BA7-A334-E96C03D420BF}" dt="2026-07-20T05:12:05.221" v="3094" actId="20577"/>
          <ac:spMkLst>
            <pc:docMk/>
            <pc:sldMk cId="74572068" sldId="542"/>
            <ac:spMk id="3" creationId="{5C9E7EDD-689A-BE24-9DC1-F737EE4A56B7}"/>
          </ac:spMkLst>
        </pc:spChg>
        <pc:graphicFrameChg chg="add mod modGraphic">
          <ac:chgData name="Anushree Singhal" userId="f3d1f42e-c73a-43d3-b40a-e1307726373a" providerId="ADAL" clId="{2D31042B-BEC1-4BA7-A334-E96C03D420BF}" dt="2026-07-20T05:11:14.743" v="3080" actId="1076"/>
          <ac:graphicFrameMkLst>
            <pc:docMk/>
            <pc:sldMk cId="74572068" sldId="542"/>
            <ac:graphicFrameMk id="5" creationId="{60D4E229-AC4B-4B8F-A976-B13CA4D00738}"/>
          </ac:graphicFrameMkLst>
        </pc:graphicFrameChg>
      </pc:sldChg>
      <pc:sldChg chg="addSp delSp modSp add mod">
        <pc:chgData name="Anushree Singhal" userId="f3d1f42e-c73a-43d3-b40a-e1307726373a" providerId="ADAL" clId="{2D31042B-BEC1-4BA7-A334-E96C03D420BF}" dt="2026-08-03T01:20:49.032" v="4107"/>
        <pc:sldMkLst>
          <pc:docMk/>
          <pc:sldMk cId="2121199899" sldId="543"/>
        </pc:sldMkLst>
        <pc:spChg chg="mod">
          <ac:chgData name="Anushree Singhal" userId="f3d1f42e-c73a-43d3-b40a-e1307726373a" providerId="ADAL" clId="{2D31042B-BEC1-4BA7-A334-E96C03D420BF}" dt="2026-08-03T01:20:49.032" v="4107"/>
          <ac:spMkLst>
            <pc:docMk/>
            <pc:sldMk cId="2121199899" sldId="543"/>
            <ac:spMk id="2" creationId="{AF272CA5-74B0-827F-B5C3-18C8B376C60F}"/>
          </ac:spMkLst>
        </pc:spChg>
        <pc:spChg chg="mod">
          <ac:chgData name="Anushree Singhal" userId="f3d1f42e-c73a-43d3-b40a-e1307726373a" providerId="ADAL" clId="{2D31042B-BEC1-4BA7-A334-E96C03D420BF}" dt="2026-07-20T10:22:27.359" v="3293"/>
          <ac:spMkLst>
            <pc:docMk/>
            <pc:sldMk cId="2121199899" sldId="543"/>
            <ac:spMk id="3" creationId="{0A2CFBC1-0FD2-BE72-A3B1-4899505F4451}"/>
          </ac:spMkLst>
        </pc:spChg>
        <pc:spChg chg="add mod">
          <ac:chgData name="Anushree Singhal" userId="f3d1f42e-c73a-43d3-b40a-e1307726373a" providerId="ADAL" clId="{2D31042B-BEC1-4BA7-A334-E96C03D420BF}" dt="2026-07-20T10:24:58.539" v="3329" actId="1076"/>
          <ac:spMkLst>
            <pc:docMk/>
            <pc:sldMk cId="2121199899" sldId="543"/>
            <ac:spMk id="13" creationId="{63BA0906-0207-CF12-7384-5B5C9395C831}"/>
          </ac:spMkLst>
        </pc:spChg>
        <pc:spChg chg="add mod">
          <ac:chgData name="Anushree Singhal" userId="f3d1f42e-c73a-43d3-b40a-e1307726373a" providerId="ADAL" clId="{2D31042B-BEC1-4BA7-A334-E96C03D420BF}" dt="2026-07-20T10:25:12.617" v="3331" actId="1076"/>
          <ac:spMkLst>
            <pc:docMk/>
            <pc:sldMk cId="2121199899" sldId="543"/>
            <ac:spMk id="14" creationId="{935259EE-638C-B372-3D15-5093766EF08C}"/>
          </ac:spMkLst>
        </pc:spChg>
        <pc:spChg chg="add mod">
          <ac:chgData name="Anushree Singhal" userId="f3d1f42e-c73a-43d3-b40a-e1307726373a" providerId="ADAL" clId="{2D31042B-BEC1-4BA7-A334-E96C03D420BF}" dt="2026-07-20T10:25:05.598" v="3330" actId="1076"/>
          <ac:spMkLst>
            <pc:docMk/>
            <pc:sldMk cId="2121199899" sldId="543"/>
            <ac:spMk id="16" creationId="{296C11FF-08E7-741E-B316-FC664AEF3473}"/>
          </ac:spMkLst>
        </pc:spChg>
        <pc:spChg chg="add mod">
          <ac:chgData name="Anushree Singhal" userId="f3d1f42e-c73a-43d3-b40a-e1307726373a" providerId="ADAL" clId="{2D31042B-BEC1-4BA7-A334-E96C03D420BF}" dt="2026-07-20T10:27:28.718" v="3397" actId="1076"/>
          <ac:spMkLst>
            <pc:docMk/>
            <pc:sldMk cId="2121199899" sldId="543"/>
            <ac:spMk id="18" creationId="{4BC7DE04-A49A-A531-9889-D31A2B7ABB61}"/>
          </ac:spMkLst>
        </pc:spChg>
        <pc:spChg chg="add mod">
          <ac:chgData name="Anushree Singhal" userId="f3d1f42e-c73a-43d3-b40a-e1307726373a" providerId="ADAL" clId="{2D31042B-BEC1-4BA7-A334-E96C03D420BF}" dt="2026-07-20T10:25:32.893" v="3343" actId="1076"/>
          <ac:spMkLst>
            <pc:docMk/>
            <pc:sldMk cId="2121199899" sldId="543"/>
            <ac:spMk id="20" creationId="{AFCBA6F1-2E3E-BA55-ACC5-A81C896B5EE3}"/>
          </ac:spMkLst>
        </pc:spChg>
        <pc:spChg chg="add mod">
          <ac:chgData name="Anushree Singhal" userId="f3d1f42e-c73a-43d3-b40a-e1307726373a" providerId="ADAL" clId="{2D31042B-BEC1-4BA7-A334-E96C03D420BF}" dt="2026-07-20T10:26:03.717" v="3359" actId="1076"/>
          <ac:spMkLst>
            <pc:docMk/>
            <pc:sldMk cId="2121199899" sldId="543"/>
            <ac:spMk id="28" creationId="{D5697392-BAF3-BA15-D17A-3E034E89B60D}"/>
          </ac:spMkLst>
        </pc:spChg>
        <pc:picChg chg="add mod modCrop">
          <ac:chgData name="Anushree Singhal" userId="f3d1f42e-c73a-43d3-b40a-e1307726373a" providerId="ADAL" clId="{2D31042B-BEC1-4BA7-A334-E96C03D420BF}" dt="2026-07-20T10:24:47.408" v="3328" actId="1076"/>
          <ac:picMkLst>
            <pc:docMk/>
            <pc:sldMk cId="2121199899" sldId="543"/>
            <ac:picMk id="6" creationId="{FD9EEC5E-0122-5CDC-B79D-5969645E012F}"/>
          </ac:picMkLst>
        </pc:picChg>
        <pc:picChg chg="add mod modCrop">
          <ac:chgData name="Anushree Singhal" userId="f3d1f42e-c73a-43d3-b40a-e1307726373a" providerId="ADAL" clId="{2D31042B-BEC1-4BA7-A334-E96C03D420BF}" dt="2026-07-20T10:24:47.408" v="3328" actId="1076"/>
          <ac:picMkLst>
            <pc:docMk/>
            <pc:sldMk cId="2121199899" sldId="543"/>
            <ac:picMk id="8" creationId="{64F135E5-DA03-1893-4036-8A74DB5E3017}"/>
          </ac:picMkLst>
        </pc:picChg>
        <pc:picChg chg="add mod modCrop">
          <ac:chgData name="Anushree Singhal" userId="f3d1f42e-c73a-43d3-b40a-e1307726373a" providerId="ADAL" clId="{2D31042B-BEC1-4BA7-A334-E96C03D420BF}" dt="2026-07-20T10:24:47.408" v="3328" actId="1076"/>
          <ac:picMkLst>
            <pc:docMk/>
            <pc:sldMk cId="2121199899" sldId="543"/>
            <ac:picMk id="10" creationId="{8A36F983-0462-874D-F151-24B1ED02CF63}"/>
          </ac:picMkLst>
        </pc:picChg>
        <pc:picChg chg="add mod">
          <ac:chgData name="Anushree Singhal" userId="f3d1f42e-c73a-43d3-b40a-e1307726373a" providerId="ADAL" clId="{2D31042B-BEC1-4BA7-A334-E96C03D420BF}" dt="2026-07-20T10:24:47.408" v="3328" actId="1076"/>
          <ac:picMkLst>
            <pc:docMk/>
            <pc:sldMk cId="2121199899" sldId="543"/>
            <ac:picMk id="12" creationId="{26EEBC7C-B6FC-E8D3-E23D-D499B3C0D304}"/>
          </ac:picMkLst>
        </pc:picChg>
        <pc:picChg chg="add mod">
          <ac:chgData name="Anushree Singhal" userId="f3d1f42e-c73a-43d3-b40a-e1307726373a" providerId="ADAL" clId="{2D31042B-BEC1-4BA7-A334-E96C03D420BF}" dt="2026-07-20T10:26:33.640" v="3372" actId="1076"/>
          <ac:picMkLst>
            <pc:docMk/>
            <pc:sldMk cId="2121199899" sldId="543"/>
            <ac:picMk id="30" creationId="{2BAEAEDE-BFDD-7A63-2FD3-0BA3EFFDC3F4}"/>
          </ac:picMkLst>
        </pc:picChg>
        <pc:picChg chg="add mod">
          <ac:chgData name="Anushree Singhal" userId="f3d1f42e-c73a-43d3-b40a-e1307726373a" providerId="ADAL" clId="{2D31042B-BEC1-4BA7-A334-E96C03D420BF}" dt="2026-07-20T10:26:55.190" v="3378" actId="1076"/>
          <ac:picMkLst>
            <pc:docMk/>
            <pc:sldMk cId="2121199899" sldId="543"/>
            <ac:picMk id="32" creationId="{11C8A955-E9C2-57C7-93FC-5E63E443B923}"/>
          </ac:picMkLst>
        </pc:picChg>
      </pc:sldChg>
      <pc:sldChg chg="addSp modSp new mod ord">
        <pc:chgData name="Anushree Singhal" userId="f3d1f42e-c73a-43d3-b40a-e1307726373a" providerId="ADAL" clId="{2D31042B-BEC1-4BA7-A334-E96C03D420BF}" dt="2026-07-20T10:20:00.302" v="3267" actId="255"/>
        <pc:sldMkLst>
          <pc:docMk/>
          <pc:sldMk cId="794052432" sldId="545"/>
        </pc:sldMkLst>
        <pc:spChg chg="mod">
          <ac:chgData name="Anushree Singhal" userId="f3d1f42e-c73a-43d3-b40a-e1307726373a" providerId="ADAL" clId="{2D31042B-BEC1-4BA7-A334-E96C03D420BF}" dt="2026-07-20T10:19:41.246" v="3263" actId="20577"/>
          <ac:spMkLst>
            <pc:docMk/>
            <pc:sldMk cId="794052432" sldId="545"/>
            <ac:spMk id="2" creationId="{4FE4339A-AE5E-0BDC-D7B1-2791C72571E0}"/>
          </ac:spMkLst>
        </pc:spChg>
        <pc:spChg chg="mod">
          <ac:chgData name="Anushree Singhal" userId="f3d1f42e-c73a-43d3-b40a-e1307726373a" providerId="ADAL" clId="{2D31042B-BEC1-4BA7-A334-E96C03D420BF}" dt="2026-07-20T10:20:00.302" v="3267" actId="255"/>
          <ac:spMkLst>
            <pc:docMk/>
            <pc:sldMk cId="794052432" sldId="545"/>
            <ac:spMk id="3" creationId="{D0483C2A-A20F-0DC1-8A27-EC5CEE5FF225}"/>
          </ac:spMkLst>
        </pc:spChg>
        <pc:graphicFrameChg chg="add mod modGraphic">
          <ac:chgData name="Anushree Singhal" userId="f3d1f42e-c73a-43d3-b40a-e1307726373a" providerId="ADAL" clId="{2D31042B-BEC1-4BA7-A334-E96C03D420BF}" dt="2026-07-20T10:19:26.324" v="3253"/>
          <ac:graphicFrameMkLst>
            <pc:docMk/>
            <pc:sldMk cId="794052432" sldId="545"/>
            <ac:graphicFrameMk id="4" creationId="{F38FEA35-E218-6686-8FB7-FCB8B96AE151}"/>
          </ac:graphicFrameMkLst>
        </pc:graphicFrameChg>
      </pc:sldChg>
      <pc:sldChg chg="modSp add mod">
        <pc:chgData name="Anushree Singhal" userId="f3d1f42e-c73a-43d3-b40a-e1307726373a" providerId="ADAL" clId="{2D31042B-BEC1-4BA7-A334-E96C03D420BF}" dt="2026-07-20T10:31:05.820" v="3411" actId="20577"/>
        <pc:sldMkLst>
          <pc:docMk/>
          <pc:sldMk cId="3887810057" sldId="546"/>
        </pc:sldMkLst>
        <pc:spChg chg="mod">
          <ac:chgData name="Anushree Singhal" userId="f3d1f42e-c73a-43d3-b40a-e1307726373a" providerId="ADAL" clId="{2D31042B-BEC1-4BA7-A334-E96C03D420BF}" dt="2026-07-20T10:31:05.820" v="3411" actId="20577"/>
          <ac:spMkLst>
            <pc:docMk/>
            <pc:sldMk cId="3887810057" sldId="546"/>
            <ac:spMk id="14" creationId="{FF226606-EA35-DA96-E7D9-48BBB319A81A}"/>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347E327-2CEF-4C2F-97E3-A477CBE500CD}"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C1377A5C-0C1E-4B85-9F23-56B38596B542}">
      <dgm:prSet phldrT="[Text]" phldr="0" custT="1"/>
      <dgm:spPr/>
      <dgm:t>
        <a:bodyPr/>
        <a:lstStyle/>
        <a:p>
          <a:r>
            <a:rPr lang="en-US" sz="1400" dirty="0"/>
            <a:t>Download Model</a:t>
          </a:r>
        </a:p>
      </dgm:t>
    </dgm:pt>
    <dgm:pt modelId="{F465AA64-3561-42C0-ACD3-6A1ABB1388BE}" type="parTrans" cxnId="{A39EF801-AD78-480B-B75C-8F1BA4C37E2A}">
      <dgm:prSet/>
      <dgm:spPr/>
      <dgm:t>
        <a:bodyPr/>
        <a:lstStyle/>
        <a:p>
          <a:endParaRPr lang="en-US"/>
        </a:p>
      </dgm:t>
    </dgm:pt>
    <dgm:pt modelId="{06915E18-5A4E-49AB-9A7C-F3777EF5B449}" type="sibTrans" cxnId="{A39EF801-AD78-480B-B75C-8F1BA4C37E2A}">
      <dgm:prSet/>
      <dgm:spPr/>
      <dgm:t>
        <a:bodyPr/>
        <a:lstStyle/>
        <a:p>
          <a:endParaRPr lang="en-US"/>
        </a:p>
      </dgm:t>
    </dgm:pt>
    <dgm:pt modelId="{413056EB-D963-40B8-B597-D29A16E1EF8B}">
      <dgm:prSet phldrT="[Text]" phldr="0" custT="1"/>
      <dgm:spPr/>
      <dgm:t>
        <a:bodyPr/>
        <a:lstStyle/>
        <a:p>
          <a:r>
            <a:rPr lang="en-US" sz="1400" dirty="0"/>
            <a:t>Install dependencies</a:t>
          </a:r>
        </a:p>
      </dgm:t>
    </dgm:pt>
    <dgm:pt modelId="{12654312-27C8-42DF-8543-C57E5EADA7BB}" type="parTrans" cxnId="{76E3AD84-3BAC-432D-BEA5-76DDE302FF42}">
      <dgm:prSet/>
      <dgm:spPr/>
      <dgm:t>
        <a:bodyPr/>
        <a:lstStyle/>
        <a:p>
          <a:endParaRPr lang="en-US"/>
        </a:p>
      </dgm:t>
    </dgm:pt>
    <dgm:pt modelId="{061E1458-523D-4A96-A3F6-CA4ADA88A387}" type="sibTrans" cxnId="{76E3AD84-3BAC-432D-BEA5-76DDE302FF42}">
      <dgm:prSet/>
      <dgm:spPr/>
      <dgm:t>
        <a:bodyPr/>
        <a:lstStyle/>
        <a:p>
          <a:endParaRPr lang="en-US"/>
        </a:p>
      </dgm:t>
    </dgm:pt>
    <dgm:pt modelId="{84D06043-2B9D-40ED-A1EC-2A5D6AA5B4EC}">
      <dgm:prSet phldrT="[Text]" phldr="0" custT="1"/>
      <dgm:spPr/>
      <dgm:t>
        <a:bodyPr/>
        <a:lstStyle/>
        <a:p>
          <a:r>
            <a:rPr lang="en-US" sz="1400" dirty="0"/>
            <a:t>Configure GPU</a:t>
          </a:r>
        </a:p>
      </dgm:t>
    </dgm:pt>
    <dgm:pt modelId="{A69E9A01-19B1-49C6-81C8-12E562E82661}" type="parTrans" cxnId="{578A52ED-BFED-4D3E-B849-F6E682491743}">
      <dgm:prSet/>
      <dgm:spPr/>
      <dgm:t>
        <a:bodyPr/>
        <a:lstStyle/>
        <a:p>
          <a:endParaRPr lang="en-US"/>
        </a:p>
      </dgm:t>
    </dgm:pt>
    <dgm:pt modelId="{DE745E77-106A-4DA7-9EE8-0A723161A75E}" type="sibTrans" cxnId="{578A52ED-BFED-4D3E-B849-F6E682491743}">
      <dgm:prSet/>
      <dgm:spPr/>
      <dgm:t>
        <a:bodyPr/>
        <a:lstStyle/>
        <a:p>
          <a:endParaRPr lang="en-US"/>
        </a:p>
      </dgm:t>
    </dgm:pt>
    <dgm:pt modelId="{38D9C219-B709-4914-A0BB-59C3777046F7}">
      <dgm:prSet phldrT="[Text]" phldr="0" custT="1"/>
      <dgm:spPr/>
      <dgm:t>
        <a:bodyPr/>
        <a:lstStyle/>
        <a:p>
          <a:r>
            <a:rPr lang="en-US" sz="1400" dirty="0"/>
            <a:t>Optimize Performance</a:t>
          </a:r>
        </a:p>
      </dgm:t>
    </dgm:pt>
    <dgm:pt modelId="{622780B3-E884-44AB-90C5-96E995858919}" type="parTrans" cxnId="{3C20BB92-1597-4EA5-BA70-BAE55181416F}">
      <dgm:prSet/>
      <dgm:spPr/>
      <dgm:t>
        <a:bodyPr/>
        <a:lstStyle/>
        <a:p>
          <a:endParaRPr lang="en-US"/>
        </a:p>
      </dgm:t>
    </dgm:pt>
    <dgm:pt modelId="{50BCF9F5-33D9-4A46-B3BF-8E4573E0862D}" type="sibTrans" cxnId="{3C20BB92-1597-4EA5-BA70-BAE55181416F}">
      <dgm:prSet/>
      <dgm:spPr/>
      <dgm:t>
        <a:bodyPr/>
        <a:lstStyle/>
        <a:p>
          <a:endParaRPr lang="en-US"/>
        </a:p>
      </dgm:t>
    </dgm:pt>
    <dgm:pt modelId="{B4417C55-E004-464E-A143-09DC84A4629B}">
      <dgm:prSet phldrT="[Text]" phldr="0" custT="1"/>
      <dgm:spPr/>
      <dgm:t>
        <a:bodyPr/>
        <a:lstStyle/>
        <a:p>
          <a:r>
            <a:rPr lang="en-US" sz="1400" dirty="0"/>
            <a:t>Deploy</a:t>
          </a:r>
        </a:p>
      </dgm:t>
    </dgm:pt>
    <dgm:pt modelId="{F187559B-321A-44F3-A7F4-A58B18D9BEE4}" type="parTrans" cxnId="{406AB129-4F15-44E0-A65A-A18EBD9F58F7}">
      <dgm:prSet/>
      <dgm:spPr/>
      <dgm:t>
        <a:bodyPr/>
        <a:lstStyle/>
        <a:p>
          <a:endParaRPr lang="en-US"/>
        </a:p>
      </dgm:t>
    </dgm:pt>
    <dgm:pt modelId="{094D21E9-A9DD-4412-A3D0-985F2BC94DAE}" type="sibTrans" cxnId="{406AB129-4F15-44E0-A65A-A18EBD9F58F7}">
      <dgm:prSet/>
      <dgm:spPr/>
      <dgm:t>
        <a:bodyPr/>
        <a:lstStyle/>
        <a:p>
          <a:endParaRPr lang="en-US"/>
        </a:p>
      </dgm:t>
    </dgm:pt>
    <dgm:pt modelId="{771FC1AE-B3B7-47AE-8344-80615E4CE492}">
      <dgm:prSet phldrT="[Text]" phldr="0" custT="1"/>
      <dgm:spPr/>
      <dgm:t>
        <a:bodyPr/>
        <a:lstStyle/>
        <a:p>
          <a:r>
            <a:rPr lang="en-US" sz="1400" dirty="0"/>
            <a:t>Scale</a:t>
          </a:r>
        </a:p>
      </dgm:t>
    </dgm:pt>
    <dgm:pt modelId="{1995E517-E6E1-4CBF-AD96-FB50507EFCE5}" type="parTrans" cxnId="{30A27168-3A34-4687-8D07-C7E33016D27F}">
      <dgm:prSet/>
      <dgm:spPr/>
      <dgm:t>
        <a:bodyPr/>
        <a:lstStyle/>
        <a:p>
          <a:endParaRPr lang="en-US"/>
        </a:p>
      </dgm:t>
    </dgm:pt>
    <dgm:pt modelId="{CD2C2B37-378D-422A-B92B-57F162C0B28F}" type="sibTrans" cxnId="{30A27168-3A34-4687-8D07-C7E33016D27F}">
      <dgm:prSet/>
      <dgm:spPr/>
      <dgm:t>
        <a:bodyPr/>
        <a:lstStyle/>
        <a:p>
          <a:endParaRPr lang="en-US"/>
        </a:p>
      </dgm:t>
    </dgm:pt>
    <dgm:pt modelId="{9B15460F-B926-495E-8C69-FF557EAD3BBE}">
      <dgm:prSet phldrT="[Text]" phldr="0" custT="1"/>
      <dgm:spPr/>
      <dgm:t>
        <a:bodyPr/>
        <a:lstStyle/>
        <a:p>
          <a:r>
            <a:rPr lang="en-US" sz="1400" dirty="0"/>
            <a:t>Develop API</a:t>
          </a:r>
        </a:p>
      </dgm:t>
    </dgm:pt>
    <dgm:pt modelId="{A33F1B16-BA28-4BB3-A83E-530890AD9CC4}" type="parTrans" cxnId="{D9794EB0-9C21-4E5A-86A5-112D65944B08}">
      <dgm:prSet/>
      <dgm:spPr/>
      <dgm:t>
        <a:bodyPr/>
        <a:lstStyle/>
        <a:p>
          <a:endParaRPr lang="en-US"/>
        </a:p>
      </dgm:t>
    </dgm:pt>
    <dgm:pt modelId="{BE2C3077-49C8-4E33-BEFF-C6314CE2D670}" type="sibTrans" cxnId="{D9794EB0-9C21-4E5A-86A5-112D65944B08}">
      <dgm:prSet/>
      <dgm:spPr/>
      <dgm:t>
        <a:bodyPr/>
        <a:lstStyle/>
        <a:p>
          <a:endParaRPr lang="en-US"/>
        </a:p>
      </dgm:t>
    </dgm:pt>
    <dgm:pt modelId="{5B77178F-5028-4326-8AD0-EE21AF59DF31}">
      <dgm:prSet/>
      <dgm:spPr/>
      <dgm:t>
        <a:bodyPr/>
        <a:lstStyle/>
        <a:p>
          <a:endParaRPr lang="en-US" dirty="0"/>
        </a:p>
      </dgm:t>
    </dgm:pt>
    <dgm:pt modelId="{A5AD7AE6-EC71-47F2-890E-103526578A73}" type="parTrans" cxnId="{90010D2D-F7CA-4A2C-B041-852E44C87B00}">
      <dgm:prSet/>
      <dgm:spPr/>
      <dgm:t>
        <a:bodyPr/>
        <a:lstStyle/>
        <a:p>
          <a:endParaRPr lang="en-US"/>
        </a:p>
      </dgm:t>
    </dgm:pt>
    <dgm:pt modelId="{2CA8C584-346D-4A2F-A844-92AB21287831}" type="sibTrans" cxnId="{90010D2D-F7CA-4A2C-B041-852E44C87B00}">
      <dgm:prSet/>
      <dgm:spPr/>
      <dgm:t>
        <a:bodyPr/>
        <a:lstStyle/>
        <a:p>
          <a:endParaRPr lang="en-US"/>
        </a:p>
      </dgm:t>
    </dgm:pt>
    <dgm:pt modelId="{98D997CB-D173-4E14-A817-610D8503CE05}" type="pres">
      <dgm:prSet presAssocID="{7347E327-2CEF-4C2F-97E3-A477CBE500CD}" presName="linear" presStyleCnt="0">
        <dgm:presLayoutVars>
          <dgm:dir/>
          <dgm:animLvl val="lvl"/>
          <dgm:resizeHandles val="exact"/>
        </dgm:presLayoutVars>
      </dgm:prSet>
      <dgm:spPr/>
    </dgm:pt>
    <dgm:pt modelId="{D7FE97FF-46D1-476C-817E-F9B5971709F8}" type="pres">
      <dgm:prSet presAssocID="{C1377A5C-0C1E-4B85-9F23-56B38596B542}" presName="parentLin" presStyleCnt="0"/>
      <dgm:spPr/>
    </dgm:pt>
    <dgm:pt modelId="{FA437BCC-6DFD-4200-A62B-5888A2F87BC8}" type="pres">
      <dgm:prSet presAssocID="{C1377A5C-0C1E-4B85-9F23-56B38596B542}" presName="parentLeftMargin" presStyleLbl="node1" presStyleIdx="0" presStyleCnt="7"/>
      <dgm:spPr/>
    </dgm:pt>
    <dgm:pt modelId="{01DC1E6F-D0E7-4E2B-9161-4C1BCBA30084}" type="pres">
      <dgm:prSet presAssocID="{C1377A5C-0C1E-4B85-9F23-56B38596B542}" presName="parentText" presStyleLbl="node1" presStyleIdx="0" presStyleCnt="7">
        <dgm:presLayoutVars>
          <dgm:chMax val="0"/>
          <dgm:bulletEnabled val="1"/>
        </dgm:presLayoutVars>
      </dgm:prSet>
      <dgm:spPr/>
    </dgm:pt>
    <dgm:pt modelId="{E844D4B1-E668-44E2-A455-81B8BE0800E4}" type="pres">
      <dgm:prSet presAssocID="{C1377A5C-0C1E-4B85-9F23-56B38596B542}" presName="negativeSpace" presStyleCnt="0"/>
      <dgm:spPr/>
    </dgm:pt>
    <dgm:pt modelId="{55DFA0E8-0D5F-4D8E-9C93-2E1BA6B6F34B}" type="pres">
      <dgm:prSet presAssocID="{C1377A5C-0C1E-4B85-9F23-56B38596B542}" presName="childText" presStyleLbl="conFgAcc1" presStyleIdx="0" presStyleCnt="7">
        <dgm:presLayoutVars>
          <dgm:bulletEnabled val="1"/>
        </dgm:presLayoutVars>
      </dgm:prSet>
      <dgm:spPr/>
    </dgm:pt>
    <dgm:pt modelId="{ED562C6D-3085-494C-9D39-AA2C69B0ADB1}" type="pres">
      <dgm:prSet presAssocID="{06915E18-5A4E-49AB-9A7C-F3777EF5B449}" presName="spaceBetweenRectangles" presStyleCnt="0"/>
      <dgm:spPr/>
    </dgm:pt>
    <dgm:pt modelId="{A37C12A2-CEE2-443F-B67F-A806B5D2C6A8}" type="pres">
      <dgm:prSet presAssocID="{413056EB-D963-40B8-B597-D29A16E1EF8B}" presName="parentLin" presStyleCnt="0"/>
      <dgm:spPr/>
    </dgm:pt>
    <dgm:pt modelId="{1FF41AB6-EA7C-4C3A-A602-A50D06146526}" type="pres">
      <dgm:prSet presAssocID="{413056EB-D963-40B8-B597-D29A16E1EF8B}" presName="parentLeftMargin" presStyleLbl="node1" presStyleIdx="0" presStyleCnt="7"/>
      <dgm:spPr/>
    </dgm:pt>
    <dgm:pt modelId="{BC8B0E5C-AE4A-462B-B38A-E8E312CD79CE}" type="pres">
      <dgm:prSet presAssocID="{413056EB-D963-40B8-B597-D29A16E1EF8B}" presName="parentText" presStyleLbl="node1" presStyleIdx="1" presStyleCnt="7">
        <dgm:presLayoutVars>
          <dgm:chMax val="0"/>
          <dgm:bulletEnabled val="1"/>
        </dgm:presLayoutVars>
      </dgm:prSet>
      <dgm:spPr/>
    </dgm:pt>
    <dgm:pt modelId="{DC064394-F171-46EC-8006-E04B9748B859}" type="pres">
      <dgm:prSet presAssocID="{413056EB-D963-40B8-B597-D29A16E1EF8B}" presName="negativeSpace" presStyleCnt="0"/>
      <dgm:spPr/>
    </dgm:pt>
    <dgm:pt modelId="{F8222EC1-78FB-4691-9879-C2EC0A9419BF}" type="pres">
      <dgm:prSet presAssocID="{413056EB-D963-40B8-B597-D29A16E1EF8B}" presName="childText" presStyleLbl="conFgAcc1" presStyleIdx="1" presStyleCnt="7">
        <dgm:presLayoutVars>
          <dgm:bulletEnabled val="1"/>
        </dgm:presLayoutVars>
      </dgm:prSet>
      <dgm:spPr/>
    </dgm:pt>
    <dgm:pt modelId="{2786E640-EA75-45C8-81CA-4F6314917829}" type="pres">
      <dgm:prSet presAssocID="{061E1458-523D-4A96-A3F6-CA4ADA88A387}" presName="spaceBetweenRectangles" presStyleCnt="0"/>
      <dgm:spPr/>
    </dgm:pt>
    <dgm:pt modelId="{C38D68AA-840C-468A-8C1B-F51FE5E05564}" type="pres">
      <dgm:prSet presAssocID="{84D06043-2B9D-40ED-A1EC-2A5D6AA5B4EC}" presName="parentLin" presStyleCnt="0"/>
      <dgm:spPr/>
    </dgm:pt>
    <dgm:pt modelId="{1A407E3C-38B8-481E-A8C1-D6CA5C302EAC}" type="pres">
      <dgm:prSet presAssocID="{84D06043-2B9D-40ED-A1EC-2A5D6AA5B4EC}" presName="parentLeftMargin" presStyleLbl="node1" presStyleIdx="1" presStyleCnt="7"/>
      <dgm:spPr/>
    </dgm:pt>
    <dgm:pt modelId="{2CE33EAB-81F2-4999-B487-144B9F8071C6}" type="pres">
      <dgm:prSet presAssocID="{84D06043-2B9D-40ED-A1EC-2A5D6AA5B4EC}" presName="parentText" presStyleLbl="node1" presStyleIdx="2" presStyleCnt="7">
        <dgm:presLayoutVars>
          <dgm:chMax val="0"/>
          <dgm:bulletEnabled val="1"/>
        </dgm:presLayoutVars>
      </dgm:prSet>
      <dgm:spPr/>
    </dgm:pt>
    <dgm:pt modelId="{698DA73D-DCC4-4149-BF69-861866144CE6}" type="pres">
      <dgm:prSet presAssocID="{84D06043-2B9D-40ED-A1EC-2A5D6AA5B4EC}" presName="negativeSpace" presStyleCnt="0"/>
      <dgm:spPr/>
    </dgm:pt>
    <dgm:pt modelId="{4733C576-46B0-4054-AE44-F3754D91232E}" type="pres">
      <dgm:prSet presAssocID="{84D06043-2B9D-40ED-A1EC-2A5D6AA5B4EC}" presName="childText" presStyleLbl="conFgAcc1" presStyleIdx="2" presStyleCnt="7">
        <dgm:presLayoutVars>
          <dgm:bulletEnabled val="1"/>
        </dgm:presLayoutVars>
      </dgm:prSet>
      <dgm:spPr/>
    </dgm:pt>
    <dgm:pt modelId="{DCCA580B-43AF-4F46-942A-FDF1DD184BDF}" type="pres">
      <dgm:prSet presAssocID="{DE745E77-106A-4DA7-9EE8-0A723161A75E}" presName="spaceBetweenRectangles" presStyleCnt="0"/>
      <dgm:spPr/>
    </dgm:pt>
    <dgm:pt modelId="{BDC3BFA1-EFB7-4501-A2D0-E8244B3981CA}" type="pres">
      <dgm:prSet presAssocID="{38D9C219-B709-4914-A0BB-59C3777046F7}" presName="parentLin" presStyleCnt="0"/>
      <dgm:spPr/>
    </dgm:pt>
    <dgm:pt modelId="{8749D559-6CEC-47C7-AF67-517D166D6DC6}" type="pres">
      <dgm:prSet presAssocID="{38D9C219-B709-4914-A0BB-59C3777046F7}" presName="parentLeftMargin" presStyleLbl="node1" presStyleIdx="2" presStyleCnt="7"/>
      <dgm:spPr/>
    </dgm:pt>
    <dgm:pt modelId="{87D41E6F-8669-413B-95DC-B94A2D941233}" type="pres">
      <dgm:prSet presAssocID="{38D9C219-B709-4914-A0BB-59C3777046F7}" presName="parentText" presStyleLbl="node1" presStyleIdx="3" presStyleCnt="7">
        <dgm:presLayoutVars>
          <dgm:chMax val="0"/>
          <dgm:bulletEnabled val="1"/>
        </dgm:presLayoutVars>
      </dgm:prSet>
      <dgm:spPr/>
    </dgm:pt>
    <dgm:pt modelId="{ACEF2335-D757-4AAA-848C-3A115D9458E3}" type="pres">
      <dgm:prSet presAssocID="{38D9C219-B709-4914-A0BB-59C3777046F7}" presName="negativeSpace" presStyleCnt="0"/>
      <dgm:spPr/>
    </dgm:pt>
    <dgm:pt modelId="{21E6A52A-0D73-4A7F-B80C-0D4EF0332808}" type="pres">
      <dgm:prSet presAssocID="{38D9C219-B709-4914-A0BB-59C3777046F7}" presName="childText" presStyleLbl="conFgAcc1" presStyleIdx="3" presStyleCnt="7">
        <dgm:presLayoutVars>
          <dgm:bulletEnabled val="1"/>
        </dgm:presLayoutVars>
      </dgm:prSet>
      <dgm:spPr/>
    </dgm:pt>
    <dgm:pt modelId="{DFBE22F2-2BBC-4C43-ACB4-B0265ADB3DB0}" type="pres">
      <dgm:prSet presAssocID="{50BCF9F5-33D9-4A46-B3BF-8E4573E0862D}" presName="spaceBetweenRectangles" presStyleCnt="0"/>
      <dgm:spPr/>
    </dgm:pt>
    <dgm:pt modelId="{1E591C84-209E-4F5E-8682-2FFA38DB3881}" type="pres">
      <dgm:prSet presAssocID="{9B15460F-B926-495E-8C69-FF557EAD3BBE}" presName="parentLin" presStyleCnt="0"/>
      <dgm:spPr/>
    </dgm:pt>
    <dgm:pt modelId="{CF427765-5CA4-4A34-9350-DB2F4CC0C3D2}" type="pres">
      <dgm:prSet presAssocID="{9B15460F-B926-495E-8C69-FF557EAD3BBE}" presName="parentLeftMargin" presStyleLbl="node1" presStyleIdx="3" presStyleCnt="7"/>
      <dgm:spPr/>
    </dgm:pt>
    <dgm:pt modelId="{EF31E94E-F5CA-4B21-8CE9-1B68B411344C}" type="pres">
      <dgm:prSet presAssocID="{9B15460F-B926-495E-8C69-FF557EAD3BBE}" presName="parentText" presStyleLbl="node1" presStyleIdx="4" presStyleCnt="7">
        <dgm:presLayoutVars>
          <dgm:chMax val="0"/>
          <dgm:bulletEnabled val="1"/>
        </dgm:presLayoutVars>
      </dgm:prSet>
      <dgm:spPr/>
    </dgm:pt>
    <dgm:pt modelId="{CD0A374D-6AFF-4B6E-9B4F-4F4EEE88B6F7}" type="pres">
      <dgm:prSet presAssocID="{9B15460F-B926-495E-8C69-FF557EAD3BBE}" presName="negativeSpace" presStyleCnt="0"/>
      <dgm:spPr/>
    </dgm:pt>
    <dgm:pt modelId="{3A6F3F62-B7E5-468F-A98E-B75DCC762FD2}" type="pres">
      <dgm:prSet presAssocID="{9B15460F-B926-495E-8C69-FF557EAD3BBE}" presName="childText" presStyleLbl="conFgAcc1" presStyleIdx="4" presStyleCnt="7">
        <dgm:presLayoutVars>
          <dgm:bulletEnabled val="1"/>
        </dgm:presLayoutVars>
      </dgm:prSet>
      <dgm:spPr/>
    </dgm:pt>
    <dgm:pt modelId="{C2CF4BA8-7720-4582-9055-54FEAC26F0E7}" type="pres">
      <dgm:prSet presAssocID="{BE2C3077-49C8-4E33-BEFF-C6314CE2D670}" presName="spaceBetweenRectangles" presStyleCnt="0"/>
      <dgm:spPr/>
    </dgm:pt>
    <dgm:pt modelId="{23AFC54F-9D9B-4A8F-BCD2-1FF950515EA3}" type="pres">
      <dgm:prSet presAssocID="{B4417C55-E004-464E-A143-09DC84A4629B}" presName="parentLin" presStyleCnt="0"/>
      <dgm:spPr/>
    </dgm:pt>
    <dgm:pt modelId="{460D7529-D294-4A84-B160-851D81A995D7}" type="pres">
      <dgm:prSet presAssocID="{B4417C55-E004-464E-A143-09DC84A4629B}" presName="parentLeftMargin" presStyleLbl="node1" presStyleIdx="4" presStyleCnt="7"/>
      <dgm:spPr/>
    </dgm:pt>
    <dgm:pt modelId="{2FA3D798-89B1-47E3-A435-C3CE313F0551}" type="pres">
      <dgm:prSet presAssocID="{B4417C55-E004-464E-A143-09DC84A4629B}" presName="parentText" presStyleLbl="node1" presStyleIdx="5" presStyleCnt="7">
        <dgm:presLayoutVars>
          <dgm:chMax val="0"/>
          <dgm:bulletEnabled val="1"/>
        </dgm:presLayoutVars>
      </dgm:prSet>
      <dgm:spPr/>
    </dgm:pt>
    <dgm:pt modelId="{A14AE95D-143D-40D2-8DBF-B80037140A18}" type="pres">
      <dgm:prSet presAssocID="{B4417C55-E004-464E-A143-09DC84A4629B}" presName="negativeSpace" presStyleCnt="0"/>
      <dgm:spPr/>
    </dgm:pt>
    <dgm:pt modelId="{36274C7A-848E-4F30-B2FB-64FD8CE5FA4E}" type="pres">
      <dgm:prSet presAssocID="{B4417C55-E004-464E-A143-09DC84A4629B}" presName="childText" presStyleLbl="conFgAcc1" presStyleIdx="5" presStyleCnt="7">
        <dgm:presLayoutVars>
          <dgm:bulletEnabled val="1"/>
        </dgm:presLayoutVars>
      </dgm:prSet>
      <dgm:spPr/>
    </dgm:pt>
    <dgm:pt modelId="{670CF773-CCAD-4321-AFDD-125976A58A14}" type="pres">
      <dgm:prSet presAssocID="{094D21E9-A9DD-4412-A3D0-985F2BC94DAE}" presName="spaceBetweenRectangles" presStyleCnt="0"/>
      <dgm:spPr/>
    </dgm:pt>
    <dgm:pt modelId="{C6A9BE76-9770-4C12-A1E6-88E481D537DF}" type="pres">
      <dgm:prSet presAssocID="{771FC1AE-B3B7-47AE-8344-80615E4CE492}" presName="parentLin" presStyleCnt="0"/>
      <dgm:spPr/>
    </dgm:pt>
    <dgm:pt modelId="{AE583E87-0C55-44A0-AC11-0484472E1A26}" type="pres">
      <dgm:prSet presAssocID="{771FC1AE-B3B7-47AE-8344-80615E4CE492}" presName="parentLeftMargin" presStyleLbl="node1" presStyleIdx="5" presStyleCnt="7"/>
      <dgm:spPr/>
    </dgm:pt>
    <dgm:pt modelId="{B5438B32-1D69-4EB7-A699-569AB851CF12}" type="pres">
      <dgm:prSet presAssocID="{771FC1AE-B3B7-47AE-8344-80615E4CE492}" presName="parentText" presStyleLbl="node1" presStyleIdx="6" presStyleCnt="7">
        <dgm:presLayoutVars>
          <dgm:chMax val="0"/>
          <dgm:bulletEnabled val="1"/>
        </dgm:presLayoutVars>
      </dgm:prSet>
      <dgm:spPr/>
    </dgm:pt>
    <dgm:pt modelId="{F05C6241-50B3-479A-AC79-A9AEAE36E4E3}" type="pres">
      <dgm:prSet presAssocID="{771FC1AE-B3B7-47AE-8344-80615E4CE492}" presName="negativeSpace" presStyleCnt="0"/>
      <dgm:spPr/>
    </dgm:pt>
    <dgm:pt modelId="{95CB6BCE-649A-4067-96B4-6CED732DDE81}" type="pres">
      <dgm:prSet presAssocID="{771FC1AE-B3B7-47AE-8344-80615E4CE492}" presName="childText" presStyleLbl="conFgAcc1" presStyleIdx="6" presStyleCnt="7">
        <dgm:presLayoutVars>
          <dgm:bulletEnabled val="1"/>
        </dgm:presLayoutVars>
      </dgm:prSet>
      <dgm:spPr/>
    </dgm:pt>
  </dgm:ptLst>
  <dgm:cxnLst>
    <dgm:cxn modelId="{A39EF801-AD78-480B-B75C-8F1BA4C37E2A}" srcId="{7347E327-2CEF-4C2F-97E3-A477CBE500CD}" destId="{C1377A5C-0C1E-4B85-9F23-56B38596B542}" srcOrd="0" destOrd="0" parTransId="{F465AA64-3561-42C0-ACD3-6A1ABB1388BE}" sibTransId="{06915E18-5A4E-49AB-9A7C-F3777EF5B449}"/>
    <dgm:cxn modelId="{C9945608-1A3C-40CC-B557-6E73B866CA02}" type="presOf" srcId="{5B77178F-5028-4326-8AD0-EE21AF59DF31}" destId="{4733C576-46B0-4054-AE44-F3754D91232E}" srcOrd="0" destOrd="0" presId="urn:microsoft.com/office/officeart/2005/8/layout/list1"/>
    <dgm:cxn modelId="{406AB129-4F15-44E0-A65A-A18EBD9F58F7}" srcId="{7347E327-2CEF-4C2F-97E3-A477CBE500CD}" destId="{B4417C55-E004-464E-A143-09DC84A4629B}" srcOrd="5" destOrd="0" parTransId="{F187559B-321A-44F3-A7F4-A58B18D9BEE4}" sibTransId="{094D21E9-A9DD-4412-A3D0-985F2BC94DAE}"/>
    <dgm:cxn modelId="{90010D2D-F7CA-4A2C-B041-852E44C87B00}" srcId="{84D06043-2B9D-40ED-A1EC-2A5D6AA5B4EC}" destId="{5B77178F-5028-4326-8AD0-EE21AF59DF31}" srcOrd="0" destOrd="0" parTransId="{A5AD7AE6-EC71-47F2-890E-103526578A73}" sibTransId="{2CA8C584-346D-4A2F-A844-92AB21287831}"/>
    <dgm:cxn modelId="{9367F12E-1FD2-4CC9-8593-CA34B9DA06F3}" type="presOf" srcId="{84D06043-2B9D-40ED-A1EC-2A5D6AA5B4EC}" destId="{1A407E3C-38B8-481E-A8C1-D6CA5C302EAC}" srcOrd="0" destOrd="0" presId="urn:microsoft.com/office/officeart/2005/8/layout/list1"/>
    <dgm:cxn modelId="{94D9CE30-A785-4D43-B0EB-FD533B15F652}" type="presOf" srcId="{413056EB-D963-40B8-B597-D29A16E1EF8B}" destId="{1FF41AB6-EA7C-4C3A-A602-A50D06146526}" srcOrd="0" destOrd="0" presId="urn:microsoft.com/office/officeart/2005/8/layout/list1"/>
    <dgm:cxn modelId="{84CCA23D-E11F-4C73-AAD5-F78D784605AC}" type="presOf" srcId="{9B15460F-B926-495E-8C69-FF557EAD3BBE}" destId="{CF427765-5CA4-4A34-9350-DB2F4CC0C3D2}" srcOrd="0" destOrd="0" presId="urn:microsoft.com/office/officeart/2005/8/layout/list1"/>
    <dgm:cxn modelId="{D3CA0767-C1B9-48BB-9816-1F953EB1593F}" type="presOf" srcId="{771FC1AE-B3B7-47AE-8344-80615E4CE492}" destId="{AE583E87-0C55-44A0-AC11-0484472E1A26}" srcOrd="0" destOrd="0" presId="urn:microsoft.com/office/officeart/2005/8/layout/list1"/>
    <dgm:cxn modelId="{0D522B48-DF4D-4C13-A117-F01100CCF174}" type="presOf" srcId="{B4417C55-E004-464E-A143-09DC84A4629B}" destId="{460D7529-D294-4A84-B160-851D81A995D7}" srcOrd="0" destOrd="0" presId="urn:microsoft.com/office/officeart/2005/8/layout/list1"/>
    <dgm:cxn modelId="{30A27168-3A34-4687-8D07-C7E33016D27F}" srcId="{7347E327-2CEF-4C2F-97E3-A477CBE500CD}" destId="{771FC1AE-B3B7-47AE-8344-80615E4CE492}" srcOrd="6" destOrd="0" parTransId="{1995E517-E6E1-4CBF-AD96-FB50507EFCE5}" sibTransId="{CD2C2B37-378D-422A-B92B-57F162C0B28F}"/>
    <dgm:cxn modelId="{4C90DE48-EA70-49BF-A875-E946A9FD428B}" type="presOf" srcId="{771FC1AE-B3B7-47AE-8344-80615E4CE492}" destId="{B5438B32-1D69-4EB7-A699-569AB851CF12}" srcOrd="1" destOrd="0" presId="urn:microsoft.com/office/officeart/2005/8/layout/list1"/>
    <dgm:cxn modelId="{58113B4E-B807-4A62-B86E-1724130B0199}" type="presOf" srcId="{84D06043-2B9D-40ED-A1EC-2A5D6AA5B4EC}" destId="{2CE33EAB-81F2-4999-B487-144B9F8071C6}" srcOrd="1" destOrd="0" presId="urn:microsoft.com/office/officeart/2005/8/layout/list1"/>
    <dgm:cxn modelId="{76E3AD84-3BAC-432D-BEA5-76DDE302FF42}" srcId="{7347E327-2CEF-4C2F-97E3-A477CBE500CD}" destId="{413056EB-D963-40B8-B597-D29A16E1EF8B}" srcOrd="1" destOrd="0" parTransId="{12654312-27C8-42DF-8543-C57E5EADA7BB}" sibTransId="{061E1458-523D-4A96-A3F6-CA4ADA88A387}"/>
    <dgm:cxn modelId="{F1788B8E-5636-4770-B681-1455DE215A7A}" type="presOf" srcId="{7347E327-2CEF-4C2F-97E3-A477CBE500CD}" destId="{98D997CB-D173-4E14-A817-610D8503CE05}" srcOrd="0" destOrd="0" presId="urn:microsoft.com/office/officeart/2005/8/layout/list1"/>
    <dgm:cxn modelId="{3C20BB92-1597-4EA5-BA70-BAE55181416F}" srcId="{7347E327-2CEF-4C2F-97E3-A477CBE500CD}" destId="{38D9C219-B709-4914-A0BB-59C3777046F7}" srcOrd="3" destOrd="0" parTransId="{622780B3-E884-44AB-90C5-96E995858919}" sibTransId="{50BCF9F5-33D9-4A46-B3BF-8E4573E0862D}"/>
    <dgm:cxn modelId="{115E7594-267C-48F5-9E81-2B56AAFC05EA}" type="presOf" srcId="{413056EB-D963-40B8-B597-D29A16E1EF8B}" destId="{BC8B0E5C-AE4A-462B-B38A-E8E312CD79CE}" srcOrd="1" destOrd="0" presId="urn:microsoft.com/office/officeart/2005/8/layout/list1"/>
    <dgm:cxn modelId="{D9794EB0-9C21-4E5A-86A5-112D65944B08}" srcId="{7347E327-2CEF-4C2F-97E3-A477CBE500CD}" destId="{9B15460F-B926-495E-8C69-FF557EAD3BBE}" srcOrd="4" destOrd="0" parTransId="{A33F1B16-BA28-4BB3-A83E-530890AD9CC4}" sibTransId="{BE2C3077-49C8-4E33-BEFF-C6314CE2D670}"/>
    <dgm:cxn modelId="{9D635BB2-8792-4933-9F5C-BE8213F35978}" type="presOf" srcId="{9B15460F-B926-495E-8C69-FF557EAD3BBE}" destId="{EF31E94E-F5CA-4B21-8CE9-1B68B411344C}" srcOrd="1" destOrd="0" presId="urn:microsoft.com/office/officeart/2005/8/layout/list1"/>
    <dgm:cxn modelId="{CB3761BE-B165-45A2-A4FB-9B8B8D9DAEFA}" type="presOf" srcId="{38D9C219-B709-4914-A0BB-59C3777046F7}" destId="{8749D559-6CEC-47C7-AF67-517D166D6DC6}" srcOrd="0" destOrd="0" presId="urn:microsoft.com/office/officeart/2005/8/layout/list1"/>
    <dgm:cxn modelId="{646A02D4-B163-4957-B325-813953918C2E}" type="presOf" srcId="{B4417C55-E004-464E-A143-09DC84A4629B}" destId="{2FA3D798-89B1-47E3-A435-C3CE313F0551}" srcOrd="1" destOrd="0" presId="urn:microsoft.com/office/officeart/2005/8/layout/list1"/>
    <dgm:cxn modelId="{578A52ED-BFED-4D3E-B849-F6E682491743}" srcId="{7347E327-2CEF-4C2F-97E3-A477CBE500CD}" destId="{84D06043-2B9D-40ED-A1EC-2A5D6AA5B4EC}" srcOrd="2" destOrd="0" parTransId="{A69E9A01-19B1-49C6-81C8-12E562E82661}" sibTransId="{DE745E77-106A-4DA7-9EE8-0A723161A75E}"/>
    <dgm:cxn modelId="{08F4CCEE-FEDA-409B-BFF8-BACF9914158A}" type="presOf" srcId="{C1377A5C-0C1E-4B85-9F23-56B38596B542}" destId="{01DC1E6F-D0E7-4E2B-9161-4C1BCBA30084}" srcOrd="1" destOrd="0" presId="urn:microsoft.com/office/officeart/2005/8/layout/list1"/>
    <dgm:cxn modelId="{C461FDFD-332C-49FD-A01B-EF36CA9C5B6E}" type="presOf" srcId="{38D9C219-B709-4914-A0BB-59C3777046F7}" destId="{87D41E6F-8669-413B-95DC-B94A2D941233}" srcOrd="1" destOrd="0" presId="urn:microsoft.com/office/officeart/2005/8/layout/list1"/>
    <dgm:cxn modelId="{0C0B86FF-DCDE-4A2F-A917-6771F6C5028B}" type="presOf" srcId="{C1377A5C-0C1E-4B85-9F23-56B38596B542}" destId="{FA437BCC-6DFD-4200-A62B-5888A2F87BC8}" srcOrd="0" destOrd="0" presId="urn:microsoft.com/office/officeart/2005/8/layout/list1"/>
    <dgm:cxn modelId="{C6D70118-0AE8-456B-98CA-DAFBD4C9836E}" type="presParOf" srcId="{98D997CB-D173-4E14-A817-610D8503CE05}" destId="{D7FE97FF-46D1-476C-817E-F9B5971709F8}" srcOrd="0" destOrd="0" presId="urn:microsoft.com/office/officeart/2005/8/layout/list1"/>
    <dgm:cxn modelId="{489ADC00-B5FA-4CC1-8A6F-87AA6DE2AA09}" type="presParOf" srcId="{D7FE97FF-46D1-476C-817E-F9B5971709F8}" destId="{FA437BCC-6DFD-4200-A62B-5888A2F87BC8}" srcOrd="0" destOrd="0" presId="urn:microsoft.com/office/officeart/2005/8/layout/list1"/>
    <dgm:cxn modelId="{560861FA-9725-46ED-8BA2-F82C24B6E56F}" type="presParOf" srcId="{D7FE97FF-46D1-476C-817E-F9B5971709F8}" destId="{01DC1E6F-D0E7-4E2B-9161-4C1BCBA30084}" srcOrd="1" destOrd="0" presId="urn:microsoft.com/office/officeart/2005/8/layout/list1"/>
    <dgm:cxn modelId="{FDA2341E-E162-4026-9081-958032117538}" type="presParOf" srcId="{98D997CB-D173-4E14-A817-610D8503CE05}" destId="{E844D4B1-E668-44E2-A455-81B8BE0800E4}" srcOrd="1" destOrd="0" presId="urn:microsoft.com/office/officeart/2005/8/layout/list1"/>
    <dgm:cxn modelId="{9CB5171C-B50D-4F62-AEF5-751E600B31F6}" type="presParOf" srcId="{98D997CB-D173-4E14-A817-610D8503CE05}" destId="{55DFA0E8-0D5F-4D8E-9C93-2E1BA6B6F34B}" srcOrd="2" destOrd="0" presId="urn:microsoft.com/office/officeart/2005/8/layout/list1"/>
    <dgm:cxn modelId="{4E39DD55-6719-4F10-AC94-6895CEB9AAEA}" type="presParOf" srcId="{98D997CB-D173-4E14-A817-610D8503CE05}" destId="{ED562C6D-3085-494C-9D39-AA2C69B0ADB1}" srcOrd="3" destOrd="0" presId="urn:microsoft.com/office/officeart/2005/8/layout/list1"/>
    <dgm:cxn modelId="{5C1723BD-CA6F-4F41-8487-D56AE0827093}" type="presParOf" srcId="{98D997CB-D173-4E14-A817-610D8503CE05}" destId="{A37C12A2-CEE2-443F-B67F-A806B5D2C6A8}" srcOrd="4" destOrd="0" presId="urn:microsoft.com/office/officeart/2005/8/layout/list1"/>
    <dgm:cxn modelId="{719A9B6F-0D69-4A5F-8BE6-AB3B27D600C3}" type="presParOf" srcId="{A37C12A2-CEE2-443F-B67F-A806B5D2C6A8}" destId="{1FF41AB6-EA7C-4C3A-A602-A50D06146526}" srcOrd="0" destOrd="0" presId="urn:microsoft.com/office/officeart/2005/8/layout/list1"/>
    <dgm:cxn modelId="{0DB238F5-1BAA-4DCA-AA6A-96183F6DE739}" type="presParOf" srcId="{A37C12A2-CEE2-443F-B67F-A806B5D2C6A8}" destId="{BC8B0E5C-AE4A-462B-B38A-E8E312CD79CE}" srcOrd="1" destOrd="0" presId="urn:microsoft.com/office/officeart/2005/8/layout/list1"/>
    <dgm:cxn modelId="{4A486524-3764-4152-B165-38AC85C9C6A9}" type="presParOf" srcId="{98D997CB-D173-4E14-A817-610D8503CE05}" destId="{DC064394-F171-46EC-8006-E04B9748B859}" srcOrd="5" destOrd="0" presId="urn:microsoft.com/office/officeart/2005/8/layout/list1"/>
    <dgm:cxn modelId="{00DEACED-F8B5-4D21-8268-1695F5CB2848}" type="presParOf" srcId="{98D997CB-D173-4E14-A817-610D8503CE05}" destId="{F8222EC1-78FB-4691-9879-C2EC0A9419BF}" srcOrd="6" destOrd="0" presId="urn:microsoft.com/office/officeart/2005/8/layout/list1"/>
    <dgm:cxn modelId="{258EE75F-E13F-4B7F-8DD4-E3679DDC7EC1}" type="presParOf" srcId="{98D997CB-D173-4E14-A817-610D8503CE05}" destId="{2786E640-EA75-45C8-81CA-4F6314917829}" srcOrd="7" destOrd="0" presId="urn:microsoft.com/office/officeart/2005/8/layout/list1"/>
    <dgm:cxn modelId="{5017185E-A266-402E-A5F4-40DCC95FDDDB}" type="presParOf" srcId="{98D997CB-D173-4E14-A817-610D8503CE05}" destId="{C38D68AA-840C-468A-8C1B-F51FE5E05564}" srcOrd="8" destOrd="0" presId="urn:microsoft.com/office/officeart/2005/8/layout/list1"/>
    <dgm:cxn modelId="{9325BB17-8231-4D2F-9927-965A2278A61F}" type="presParOf" srcId="{C38D68AA-840C-468A-8C1B-F51FE5E05564}" destId="{1A407E3C-38B8-481E-A8C1-D6CA5C302EAC}" srcOrd="0" destOrd="0" presId="urn:microsoft.com/office/officeart/2005/8/layout/list1"/>
    <dgm:cxn modelId="{99EAC6F6-4DE8-48A6-9D5D-940450FBD760}" type="presParOf" srcId="{C38D68AA-840C-468A-8C1B-F51FE5E05564}" destId="{2CE33EAB-81F2-4999-B487-144B9F8071C6}" srcOrd="1" destOrd="0" presId="urn:microsoft.com/office/officeart/2005/8/layout/list1"/>
    <dgm:cxn modelId="{C4F2E2E7-E12E-463A-B569-7D1F278025FE}" type="presParOf" srcId="{98D997CB-D173-4E14-A817-610D8503CE05}" destId="{698DA73D-DCC4-4149-BF69-861866144CE6}" srcOrd="9" destOrd="0" presId="urn:microsoft.com/office/officeart/2005/8/layout/list1"/>
    <dgm:cxn modelId="{F9A2B6C8-DE64-4112-A204-6E2359EA7D89}" type="presParOf" srcId="{98D997CB-D173-4E14-A817-610D8503CE05}" destId="{4733C576-46B0-4054-AE44-F3754D91232E}" srcOrd="10" destOrd="0" presId="urn:microsoft.com/office/officeart/2005/8/layout/list1"/>
    <dgm:cxn modelId="{D12ECBE4-5929-45A7-A3FA-ED8E7045DB26}" type="presParOf" srcId="{98D997CB-D173-4E14-A817-610D8503CE05}" destId="{DCCA580B-43AF-4F46-942A-FDF1DD184BDF}" srcOrd="11" destOrd="0" presId="urn:microsoft.com/office/officeart/2005/8/layout/list1"/>
    <dgm:cxn modelId="{9CDA4836-F41E-45D8-BCFC-DEF8B7F1727A}" type="presParOf" srcId="{98D997CB-D173-4E14-A817-610D8503CE05}" destId="{BDC3BFA1-EFB7-4501-A2D0-E8244B3981CA}" srcOrd="12" destOrd="0" presId="urn:microsoft.com/office/officeart/2005/8/layout/list1"/>
    <dgm:cxn modelId="{E16273AF-5B1B-4B12-8407-4083BDC24858}" type="presParOf" srcId="{BDC3BFA1-EFB7-4501-A2D0-E8244B3981CA}" destId="{8749D559-6CEC-47C7-AF67-517D166D6DC6}" srcOrd="0" destOrd="0" presId="urn:microsoft.com/office/officeart/2005/8/layout/list1"/>
    <dgm:cxn modelId="{361F6082-9A0D-445D-96AE-DDD8409A0BCD}" type="presParOf" srcId="{BDC3BFA1-EFB7-4501-A2D0-E8244B3981CA}" destId="{87D41E6F-8669-413B-95DC-B94A2D941233}" srcOrd="1" destOrd="0" presId="urn:microsoft.com/office/officeart/2005/8/layout/list1"/>
    <dgm:cxn modelId="{F93276C1-D883-4789-A57C-DD883FCF9141}" type="presParOf" srcId="{98D997CB-D173-4E14-A817-610D8503CE05}" destId="{ACEF2335-D757-4AAA-848C-3A115D9458E3}" srcOrd="13" destOrd="0" presId="urn:microsoft.com/office/officeart/2005/8/layout/list1"/>
    <dgm:cxn modelId="{656E58D4-3FB5-404C-90A4-1198AF24D5E3}" type="presParOf" srcId="{98D997CB-D173-4E14-A817-610D8503CE05}" destId="{21E6A52A-0D73-4A7F-B80C-0D4EF0332808}" srcOrd="14" destOrd="0" presId="urn:microsoft.com/office/officeart/2005/8/layout/list1"/>
    <dgm:cxn modelId="{9DC58DDE-4A26-43E5-8BA8-2AEDBCD409D9}" type="presParOf" srcId="{98D997CB-D173-4E14-A817-610D8503CE05}" destId="{DFBE22F2-2BBC-4C43-ACB4-B0265ADB3DB0}" srcOrd="15" destOrd="0" presId="urn:microsoft.com/office/officeart/2005/8/layout/list1"/>
    <dgm:cxn modelId="{E36C70F2-0107-4A12-8E8B-76D8DD2FA761}" type="presParOf" srcId="{98D997CB-D173-4E14-A817-610D8503CE05}" destId="{1E591C84-209E-4F5E-8682-2FFA38DB3881}" srcOrd="16" destOrd="0" presId="urn:microsoft.com/office/officeart/2005/8/layout/list1"/>
    <dgm:cxn modelId="{42364CB0-DB96-4168-BC5A-95DBACA03512}" type="presParOf" srcId="{1E591C84-209E-4F5E-8682-2FFA38DB3881}" destId="{CF427765-5CA4-4A34-9350-DB2F4CC0C3D2}" srcOrd="0" destOrd="0" presId="urn:microsoft.com/office/officeart/2005/8/layout/list1"/>
    <dgm:cxn modelId="{46B6E9A0-C4E8-4D69-9B96-DCE069A3B4F0}" type="presParOf" srcId="{1E591C84-209E-4F5E-8682-2FFA38DB3881}" destId="{EF31E94E-F5CA-4B21-8CE9-1B68B411344C}" srcOrd="1" destOrd="0" presId="urn:microsoft.com/office/officeart/2005/8/layout/list1"/>
    <dgm:cxn modelId="{6CA641C3-2EE1-4290-AF06-7AA2AFBCE8F5}" type="presParOf" srcId="{98D997CB-D173-4E14-A817-610D8503CE05}" destId="{CD0A374D-6AFF-4B6E-9B4F-4F4EEE88B6F7}" srcOrd="17" destOrd="0" presId="urn:microsoft.com/office/officeart/2005/8/layout/list1"/>
    <dgm:cxn modelId="{3CA63D41-CFF9-40BF-8F59-883657E764E4}" type="presParOf" srcId="{98D997CB-D173-4E14-A817-610D8503CE05}" destId="{3A6F3F62-B7E5-468F-A98E-B75DCC762FD2}" srcOrd="18" destOrd="0" presId="urn:microsoft.com/office/officeart/2005/8/layout/list1"/>
    <dgm:cxn modelId="{43CAF85B-BF51-48DC-85AC-E88D361CACAE}" type="presParOf" srcId="{98D997CB-D173-4E14-A817-610D8503CE05}" destId="{C2CF4BA8-7720-4582-9055-54FEAC26F0E7}" srcOrd="19" destOrd="0" presId="urn:microsoft.com/office/officeart/2005/8/layout/list1"/>
    <dgm:cxn modelId="{529F57D5-606D-4508-9A81-DF6389A008C7}" type="presParOf" srcId="{98D997CB-D173-4E14-A817-610D8503CE05}" destId="{23AFC54F-9D9B-4A8F-BCD2-1FF950515EA3}" srcOrd="20" destOrd="0" presId="urn:microsoft.com/office/officeart/2005/8/layout/list1"/>
    <dgm:cxn modelId="{FE268C03-9C30-42DF-8BA4-757FE5E83117}" type="presParOf" srcId="{23AFC54F-9D9B-4A8F-BCD2-1FF950515EA3}" destId="{460D7529-D294-4A84-B160-851D81A995D7}" srcOrd="0" destOrd="0" presId="urn:microsoft.com/office/officeart/2005/8/layout/list1"/>
    <dgm:cxn modelId="{71D9F638-1035-4D5A-BB89-4E7E9626188E}" type="presParOf" srcId="{23AFC54F-9D9B-4A8F-BCD2-1FF950515EA3}" destId="{2FA3D798-89B1-47E3-A435-C3CE313F0551}" srcOrd="1" destOrd="0" presId="urn:microsoft.com/office/officeart/2005/8/layout/list1"/>
    <dgm:cxn modelId="{E8829AF0-F709-44CF-A5D1-718C8E7A990A}" type="presParOf" srcId="{98D997CB-D173-4E14-A817-610D8503CE05}" destId="{A14AE95D-143D-40D2-8DBF-B80037140A18}" srcOrd="21" destOrd="0" presId="urn:microsoft.com/office/officeart/2005/8/layout/list1"/>
    <dgm:cxn modelId="{CB07CCE9-1C9F-4354-BF4D-61AF1DD53EA1}" type="presParOf" srcId="{98D997CB-D173-4E14-A817-610D8503CE05}" destId="{36274C7A-848E-4F30-B2FB-64FD8CE5FA4E}" srcOrd="22" destOrd="0" presId="urn:microsoft.com/office/officeart/2005/8/layout/list1"/>
    <dgm:cxn modelId="{B82484DD-247B-4812-85E0-8D117C92AE55}" type="presParOf" srcId="{98D997CB-D173-4E14-A817-610D8503CE05}" destId="{670CF773-CCAD-4321-AFDD-125976A58A14}" srcOrd="23" destOrd="0" presId="urn:microsoft.com/office/officeart/2005/8/layout/list1"/>
    <dgm:cxn modelId="{E70DFFBD-45C1-49BE-90E0-E5D1608BCEAD}" type="presParOf" srcId="{98D997CB-D173-4E14-A817-610D8503CE05}" destId="{C6A9BE76-9770-4C12-A1E6-88E481D537DF}" srcOrd="24" destOrd="0" presId="urn:microsoft.com/office/officeart/2005/8/layout/list1"/>
    <dgm:cxn modelId="{F61DBD8B-3218-461E-BE28-61DB3A2EA705}" type="presParOf" srcId="{C6A9BE76-9770-4C12-A1E6-88E481D537DF}" destId="{AE583E87-0C55-44A0-AC11-0484472E1A26}" srcOrd="0" destOrd="0" presId="urn:microsoft.com/office/officeart/2005/8/layout/list1"/>
    <dgm:cxn modelId="{25FB9DB7-0778-418E-9F7E-F34AF252B6EC}" type="presParOf" srcId="{C6A9BE76-9770-4C12-A1E6-88E481D537DF}" destId="{B5438B32-1D69-4EB7-A699-569AB851CF12}" srcOrd="1" destOrd="0" presId="urn:microsoft.com/office/officeart/2005/8/layout/list1"/>
    <dgm:cxn modelId="{7A64C35A-471B-4375-A9A5-721AA38FC382}" type="presParOf" srcId="{98D997CB-D173-4E14-A817-610D8503CE05}" destId="{F05C6241-50B3-479A-AC79-A9AEAE36E4E3}" srcOrd="25" destOrd="0" presId="urn:microsoft.com/office/officeart/2005/8/layout/list1"/>
    <dgm:cxn modelId="{07634A02-94D4-4013-877F-2D29C1E47659}" type="presParOf" srcId="{98D997CB-D173-4E14-A817-610D8503CE05}" destId="{95CB6BCE-649A-4067-96B4-6CED732DDE81}" srcOrd="2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347E327-2CEF-4C2F-97E3-A477CBE500CD}"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C1377A5C-0C1E-4B85-9F23-56B38596B542}">
      <dgm:prSet phldrT="[Text]" phldr="0" custT="1"/>
      <dgm:spPr/>
      <dgm:t>
        <a:bodyPr/>
        <a:lstStyle/>
        <a:p>
          <a:r>
            <a:rPr lang="en-US" sz="1400" dirty="0"/>
            <a:t>Run Container</a:t>
          </a:r>
        </a:p>
      </dgm:t>
    </dgm:pt>
    <dgm:pt modelId="{F465AA64-3561-42C0-ACD3-6A1ABB1388BE}" type="parTrans" cxnId="{A39EF801-AD78-480B-B75C-8F1BA4C37E2A}">
      <dgm:prSet/>
      <dgm:spPr/>
      <dgm:t>
        <a:bodyPr/>
        <a:lstStyle/>
        <a:p>
          <a:endParaRPr lang="en-US"/>
        </a:p>
      </dgm:t>
    </dgm:pt>
    <dgm:pt modelId="{06915E18-5A4E-49AB-9A7C-F3777EF5B449}" type="sibTrans" cxnId="{A39EF801-AD78-480B-B75C-8F1BA4C37E2A}">
      <dgm:prSet/>
      <dgm:spPr/>
      <dgm:t>
        <a:bodyPr/>
        <a:lstStyle/>
        <a:p>
          <a:endParaRPr lang="en-US"/>
        </a:p>
      </dgm:t>
    </dgm:pt>
    <dgm:pt modelId="{413056EB-D963-40B8-B597-D29A16E1EF8B}">
      <dgm:prSet phldrT="[Text]" phldr="0" custT="1"/>
      <dgm:spPr/>
      <dgm:t>
        <a:bodyPr/>
        <a:lstStyle/>
        <a:p>
          <a:r>
            <a:rPr lang="en-US" sz="1400" dirty="0"/>
            <a:t>Call REST API</a:t>
          </a:r>
        </a:p>
      </dgm:t>
    </dgm:pt>
    <dgm:pt modelId="{12654312-27C8-42DF-8543-C57E5EADA7BB}" type="parTrans" cxnId="{76E3AD84-3BAC-432D-BEA5-76DDE302FF42}">
      <dgm:prSet/>
      <dgm:spPr/>
      <dgm:t>
        <a:bodyPr/>
        <a:lstStyle/>
        <a:p>
          <a:endParaRPr lang="en-US"/>
        </a:p>
      </dgm:t>
    </dgm:pt>
    <dgm:pt modelId="{061E1458-523D-4A96-A3F6-CA4ADA88A387}" type="sibTrans" cxnId="{76E3AD84-3BAC-432D-BEA5-76DDE302FF42}">
      <dgm:prSet/>
      <dgm:spPr/>
      <dgm:t>
        <a:bodyPr/>
        <a:lstStyle/>
        <a:p>
          <a:endParaRPr lang="en-US"/>
        </a:p>
      </dgm:t>
    </dgm:pt>
    <dgm:pt modelId="{84D06043-2B9D-40ED-A1EC-2A5D6AA5B4EC}">
      <dgm:prSet phldrT="[Text]" phldr="0" custT="1"/>
      <dgm:spPr/>
      <dgm:t>
        <a:bodyPr/>
        <a:lstStyle/>
        <a:p>
          <a:r>
            <a:rPr lang="en-US" sz="1400" dirty="0"/>
            <a:t>Build application</a:t>
          </a:r>
        </a:p>
      </dgm:t>
    </dgm:pt>
    <dgm:pt modelId="{A69E9A01-19B1-49C6-81C8-12E562E82661}" type="parTrans" cxnId="{578A52ED-BFED-4D3E-B849-F6E682491743}">
      <dgm:prSet/>
      <dgm:spPr/>
      <dgm:t>
        <a:bodyPr/>
        <a:lstStyle/>
        <a:p>
          <a:endParaRPr lang="en-US"/>
        </a:p>
      </dgm:t>
    </dgm:pt>
    <dgm:pt modelId="{DE745E77-106A-4DA7-9EE8-0A723161A75E}" type="sibTrans" cxnId="{578A52ED-BFED-4D3E-B849-F6E682491743}">
      <dgm:prSet/>
      <dgm:spPr/>
      <dgm:t>
        <a:bodyPr/>
        <a:lstStyle/>
        <a:p>
          <a:endParaRPr lang="en-US"/>
        </a:p>
      </dgm:t>
    </dgm:pt>
    <dgm:pt modelId="{98D997CB-D173-4E14-A817-610D8503CE05}" type="pres">
      <dgm:prSet presAssocID="{7347E327-2CEF-4C2F-97E3-A477CBE500CD}" presName="linear" presStyleCnt="0">
        <dgm:presLayoutVars>
          <dgm:dir/>
          <dgm:animLvl val="lvl"/>
          <dgm:resizeHandles val="exact"/>
        </dgm:presLayoutVars>
      </dgm:prSet>
      <dgm:spPr/>
    </dgm:pt>
    <dgm:pt modelId="{D7FE97FF-46D1-476C-817E-F9B5971709F8}" type="pres">
      <dgm:prSet presAssocID="{C1377A5C-0C1E-4B85-9F23-56B38596B542}" presName="parentLin" presStyleCnt="0"/>
      <dgm:spPr/>
    </dgm:pt>
    <dgm:pt modelId="{FA437BCC-6DFD-4200-A62B-5888A2F87BC8}" type="pres">
      <dgm:prSet presAssocID="{C1377A5C-0C1E-4B85-9F23-56B38596B542}" presName="parentLeftMargin" presStyleLbl="node1" presStyleIdx="0" presStyleCnt="3"/>
      <dgm:spPr/>
    </dgm:pt>
    <dgm:pt modelId="{01DC1E6F-D0E7-4E2B-9161-4C1BCBA30084}" type="pres">
      <dgm:prSet presAssocID="{C1377A5C-0C1E-4B85-9F23-56B38596B542}" presName="parentText" presStyleLbl="node1" presStyleIdx="0" presStyleCnt="3">
        <dgm:presLayoutVars>
          <dgm:chMax val="0"/>
          <dgm:bulletEnabled val="1"/>
        </dgm:presLayoutVars>
      </dgm:prSet>
      <dgm:spPr/>
    </dgm:pt>
    <dgm:pt modelId="{E844D4B1-E668-44E2-A455-81B8BE0800E4}" type="pres">
      <dgm:prSet presAssocID="{C1377A5C-0C1E-4B85-9F23-56B38596B542}" presName="negativeSpace" presStyleCnt="0"/>
      <dgm:spPr/>
    </dgm:pt>
    <dgm:pt modelId="{55DFA0E8-0D5F-4D8E-9C93-2E1BA6B6F34B}" type="pres">
      <dgm:prSet presAssocID="{C1377A5C-0C1E-4B85-9F23-56B38596B542}" presName="childText" presStyleLbl="conFgAcc1" presStyleIdx="0" presStyleCnt="3">
        <dgm:presLayoutVars>
          <dgm:bulletEnabled val="1"/>
        </dgm:presLayoutVars>
      </dgm:prSet>
      <dgm:spPr/>
    </dgm:pt>
    <dgm:pt modelId="{ED562C6D-3085-494C-9D39-AA2C69B0ADB1}" type="pres">
      <dgm:prSet presAssocID="{06915E18-5A4E-49AB-9A7C-F3777EF5B449}" presName="spaceBetweenRectangles" presStyleCnt="0"/>
      <dgm:spPr/>
    </dgm:pt>
    <dgm:pt modelId="{A37C12A2-CEE2-443F-B67F-A806B5D2C6A8}" type="pres">
      <dgm:prSet presAssocID="{413056EB-D963-40B8-B597-D29A16E1EF8B}" presName="parentLin" presStyleCnt="0"/>
      <dgm:spPr/>
    </dgm:pt>
    <dgm:pt modelId="{1FF41AB6-EA7C-4C3A-A602-A50D06146526}" type="pres">
      <dgm:prSet presAssocID="{413056EB-D963-40B8-B597-D29A16E1EF8B}" presName="parentLeftMargin" presStyleLbl="node1" presStyleIdx="0" presStyleCnt="3"/>
      <dgm:spPr/>
    </dgm:pt>
    <dgm:pt modelId="{BC8B0E5C-AE4A-462B-B38A-E8E312CD79CE}" type="pres">
      <dgm:prSet presAssocID="{413056EB-D963-40B8-B597-D29A16E1EF8B}" presName="parentText" presStyleLbl="node1" presStyleIdx="1" presStyleCnt="3">
        <dgm:presLayoutVars>
          <dgm:chMax val="0"/>
          <dgm:bulletEnabled val="1"/>
        </dgm:presLayoutVars>
      </dgm:prSet>
      <dgm:spPr/>
    </dgm:pt>
    <dgm:pt modelId="{DC064394-F171-46EC-8006-E04B9748B859}" type="pres">
      <dgm:prSet presAssocID="{413056EB-D963-40B8-B597-D29A16E1EF8B}" presName="negativeSpace" presStyleCnt="0"/>
      <dgm:spPr/>
    </dgm:pt>
    <dgm:pt modelId="{F8222EC1-78FB-4691-9879-C2EC0A9419BF}" type="pres">
      <dgm:prSet presAssocID="{413056EB-D963-40B8-B597-D29A16E1EF8B}" presName="childText" presStyleLbl="conFgAcc1" presStyleIdx="1" presStyleCnt="3">
        <dgm:presLayoutVars>
          <dgm:bulletEnabled val="1"/>
        </dgm:presLayoutVars>
      </dgm:prSet>
      <dgm:spPr/>
    </dgm:pt>
    <dgm:pt modelId="{2786E640-EA75-45C8-81CA-4F6314917829}" type="pres">
      <dgm:prSet presAssocID="{061E1458-523D-4A96-A3F6-CA4ADA88A387}" presName="spaceBetweenRectangles" presStyleCnt="0"/>
      <dgm:spPr/>
    </dgm:pt>
    <dgm:pt modelId="{C38D68AA-840C-468A-8C1B-F51FE5E05564}" type="pres">
      <dgm:prSet presAssocID="{84D06043-2B9D-40ED-A1EC-2A5D6AA5B4EC}" presName="parentLin" presStyleCnt="0"/>
      <dgm:spPr/>
    </dgm:pt>
    <dgm:pt modelId="{1A407E3C-38B8-481E-A8C1-D6CA5C302EAC}" type="pres">
      <dgm:prSet presAssocID="{84D06043-2B9D-40ED-A1EC-2A5D6AA5B4EC}" presName="parentLeftMargin" presStyleLbl="node1" presStyleIdx="1" presStyleCnt="3"/>
      <dgm:spPr/>
    </dgm:pt>
    <dgm:pt modelId="{2CE33EAB-81F2-4999-B487-144B9F8071C6}" type="pres">
      <dgm:prSet presAssocID="{84D06043-2B9D-40ED-A1EC-2A5D6AA5B4EC}" presName="parentText" presStyleLbl="node1" presStyleIdx="2" presStyleCnt="3">
        <dgm:presLayoutVars>
          <dgm:chMax val="0"/>
          <dgm:bulletEnabled val="1"/>
        </dgm:presLayoutVars>
      </dgm:prSet>
      <dgm:spPr/>
    </dgm:pt>
    <dgm:pt modelId="{698DA73D-DCC4-4149-BF69-861866144CE6}" type="pres">
      <dgm:prSet presAssocID="{84D06043-2B9D-40ED-A1EC-2A5D6AA5B4EC}" presName="negativeSpace" presStyleCnt="0"/>
      <dgm:spPr/>
    </dgm:pt>
    <dgm:pt modelId="{4733C576-46B0-4054-AE44-F3754D91232E}" type="pres">
      <dgm:prSet presAssocID="{84D06043-2B9D-40ED-A1EC-2A5D6AA5B4EC}" presName="childText" presStyleLbl="conFgAcc1" presStyleIdx="2" presStyleCnt="3">
        <dgm:presLayoutVars>
          <dgm:bulletEnabled val="1"/>
        </dgm:presLayoutVars>
      </dgm:prSet>
      <dgm:spPr/>
    </dgm:pt>
  </dgm:ptLst>
  <dgm:cxnLst>
    <dgm:cxn modelId="{A39EF801-AD78-480B-B75C-8F1BA4C37E2A}" srcId="{7347E327-2CEF-4C2F-97E3-A477CBE500CD}" destId="{C1377A5C-0C1E-4B85-9F23-56B38596B542}" srcOrd="0" destOrd="0" parTransId="{F465AA64-3561-42C0-ACD3-6A1ABB1388BE}" sibTransId="{06915E18-5A4E-49AB-9A7C-F3777EF5B449}"/>
    <dgm:cxn modelId="{9367F12E-1FD2-4CC9-8593-CA34B9DA06F3}" type="presOf" srcId="{84D06043-2B9D-40ED-A1EC-2A5D6AA5B4EC}" destId="{1A407E3C-38B8-481E-A8C1-D6CA5C302EAC}" srcOrd="0" destOrd="0" presId="urn:microsoft.com/office/officeart/2005/8/layout/list1"/>
    <dgm:cxn modelId="{94D9CE30-A785-4D43-B0EB-FD533B15F652}" type="presOf" srcId="{413056EB-D963-40B8-B597-D29A16E1EF8B}" destId="{1FF41AB6-EA7C-4C3A-A602-A50D06146526}" srcOrd="0" destOrd="0" presId="urn:microsoft.com/office/officeart/2005/8/layout/list1"/>
    <dgm:cxn modelId="{58113B4E-B807-4A62-B86E-1724130B0199}" type="presOf" srcId="{84D06043-2B9D-40ED-A1EC-2A5D6AA5B4EC}" destId="{2CE33EAB-81F2-4999-B487-144B9F8071C6}" srcOrd="1" destOrd="0" presId="urn:microsoft.com/office/officeart/2005/8/layout/list1"/>
    <dgm:cxn modelId="{76E3AD84-3BAC-432D-BEA5-76DDE302FF42}" srcId="{7347E327-2CEF-4C2F-97E3-A477CBE500CD}" destId="{413056EB-D963-40B8-B597-D29A16E1EF8B}" srcOrd="1" destOrd="0" parTransId="{12654312-27C8-42DF-8543-C57E5EADA7BB}" sibTransId="{061E1458-523D-4A96-A3F6-CA4ADA88A387}"/>
    <dgm:cxn modelId="{F1788B8E-5636-4770-B681-1455DE215A7A}" type="presOf" srcId="{7347E327-2CEF-4C2F-97E3-A477CBE500CD}" destId="{98D997CB-D173-4E14-A817-610D8503CE05}" srcOrd="0" destOrd="0" presId="urn:microsoft.com/office/officeart/2005/8/layout/list1"/>
    <dgm:cxn modelId="{115E7594-267C-48F5-9E81-2B56AAFC05EA}" type="presOf" srcId="{413056EB-D963-40B8-B597-D29A16E1EF8B}" destId="{BC8B0E5C-AE4A-462B-B38A-E8E312CD79CE}" srcOrd="1" destOrd="0" presId="urn:microsoft.com/office/officeart/2005/8/layout/list1"/>
    <dgm:cxn modelId="{578A52ED-BFED-4D3E-B849-F6E682491743}" srcId="{7347E327-2CEF-4C2F-97E3-A477CBE500CD}" destId="{84D06043-2B9D-40ED-A1EC-2A5D6AA5B4EC}" srcOrd="2" destOrd="0" parTransId="{A69E9A01-19B1-49C6-81C8-12E562E82661}" sibTransId="{DE745E77-106A-4DA7-9EE8-0A723161A75E}"/>
    <dgm:cxn modelId="{08F4CCEE-FEDA-409B-BFF8-BACF9914158A}" type="presOf" srcId="{C1377A5C-0C1E-4B85-9F23-56B38596B542}" destId="{01DC1E6F-D0E7-4E2B-9161-4C1BCBA30084}" srcOrd="1" destOrd="0" presId="urn:microsoft.com/office/officeart/2005/8/layout/list1"/>
    <dgm:cxn modelId="{0C0B86FF-DCDE-4A2F-A917-6771F6C5028B}" type="presOf" srcId="{C1377A5C-0C1E-4B85-9F23-56B38596B542}" destId="{FA437BCC-6DFD-4200-A62B-5888A2F87BC8}" srcOrd="0" destOrd="0" presId="urn:microsoft.com/office/officeart/2005/8/layout/list1"/>
    <dgm:cxn modelId="{C6D70118-0AE8-456B-98CA-DAFBD4C9836E}" type="presParOf" srcId="{98D997CB-D173-4E14-A817-610D8503CE05}" destId="{D7FE97FF-46D1-476C-817E-F9B5971709F8}" srcOrd="0" destOrd="0" presId="urn:microsoft.com/office/officeart/2005/8/layout/list1"/>
    <dgm:cxn modelId="{489ADC00-B5FA-4CC1-8A6F-87AA6DE2AA09}" type="presParOf" srcId="{D7FE97FF-46D1-476C-817E-F9B5971709F8}" destId="{FA437BCC-6DFD-4200-A62B-5888A2F87BC8}" srcOrd="0" destOrd="0" presId="urn:microsoft.com/office/officeart/2005/8/layout/list1"/>
    <dgm:cxn modelId="{560861FA-9725-46ED-8BA2-F82C24B6E56F}" type="presParOf" srcId="{D7FE97FF-46D1-476C-817E-F9B5971709F8}" destId="{01DC1E6F-D0E7-4E2B-9161-4C1BCBA30084}" srcOrd="1" destOrd="0" presId="urn:microsoft.com/office/officeart/2005/8/layout/list1"/>
    <dgm:cxn modelId="{FDA2341E-E162-4026-9081-958032117538}" type="presParOf" srcId="{98D997CB-D173-4E14-A817-610D8503CE05}" destId="{E844D4B1-E668-44E2-A455-81B8BE0800E4}" srcOrd="1" destOrd="0" presId="urn:microsoft.com/office/officeart/2005/8/layout/list1"/>
    <dgm:cxn modelId="{9CB5171C-B50D-4F62-AEF5-751E600B31F6}" type="presParOf" srcId="{98D997CB-D173-4E14-A817-610D8503CE05}" destId="{55DFA0E8-0D5F-4D8E-9C93-2E1BA6B6F34B}" srcOrd="2" destOrd="0" presId="urn:microsoft.com/office/officeart/2005/8/layout/list1"/>
    <dgm:cxn modelId="{4E39DD55-6719-4F10-AC94-6895CEB9AAEA}" type="presParOf" srcId="{98D997CB-D173-4E14-A817-610D8503CE05}" destId="{ED562C6D-3085-494C-9D39-AA2C69B0ADB1}" srcOrd="3" destOrd="0" presId="urn:microsoft.com/office/officeart/2005/8/layout/list1"/>
    <dgm:cxn modelId="{5C1723BD-CA6F-4F41-8487-D56AE0827093}" type="presParOf" srcId="{98D997CB-D173-4E14-A817-610D8503CE05}" destId="{A37C12A2-CEE2-443F-B67F-A806B5D2C6A8}" srcOrd="4" destOrd="0" presId="urn:microsoft.com/office/officeart/2005/8/layout/list1"/>
    <dgm:cxn modelId="{719A9B6F-0D69-4A5F-8BE6-AB3B27D600C3}" type="presParOf" srcId="{A37C12A2-CEE2-443F-B67F-A806B5D2C6A8}" destId="{1FF41AB6-EA7C-4C3A-A602-A50D06146526}" srcOrd="0" destOrd="0" presId="urn:microsoft.com/office/officeart/2005/8/layout/list1"/>
    <dgm:cxn modelId="{0DB238F5-1BAA-4DCA-AA6A-96183F6DE739}" type="presParOf" srcId="{A37C12A2-CEE2-443F-B67F-A806B5D2C6A8}" destId="{BC8B0E5C-AE4A-462B-B38A-E8E312CD79CE}" srcOrd="1" destOrd="0" presId="urn:microsoft.com/office/officeart/2005/8/layout/list1"/>
    <dgm:cxn modelId="{4A486524-3764-4152-B165-38AC85C9C6A9}" type="presParOf" srcId="{98D997CB-D173-4E14-A817-610D8503CE05}" destId="{DC064394-F171-46EC-8006-E04B9748B859}" srcOrd="5" destOrd="0" presId="urn:microsoft.com/office/officeart/2005/8/layout/list1"/>
    <dgm:cxn modelId="{00DEACED-F8B5-4D21-8268-1695F5CB2848}" type="presParOf" srcId="{98D997CB-D173-4E14-A817-610D8503CE05}" destId="{F8222EC1-78FB-4691-9879-C2EC0A9419BF}" srcOrd="6" destOrd="0" presId="urn:microsoft.com/office/officeart/2005/8/layout/list1"/>
    <dgm:cxn modelId="{258EE75F-E13F-4B7F-8DD4-E3679DDC7EC1}" type="presParOf" srcId="{98D997CB-D173-4E14-A817-610D8503CE05}" destId="{2786E640-EA75-45C8-81CA-4F6314917829}" srcOrd="7" destOrd="0" presId="urn:microsoft.com/office/officeart/2005/8/layout/list1"/>
    <dgm:cxn modelId="{5017185E-A266-402E-A5F4-40DCC95FDDDB}" type="presParOf" srcId="{98D997CB-D173-4E14-A817-610D8503CE05}" destId="{C38D68AA-840C-468A-8C1B-F51FE5E05564}" srcOrd="8" destOrd="0" presId="urn:microsoft.com/office/officeart/2005/8/layout/list1"/>
    <dgm:cxn modelId="{9325BB17-8231-4D2F-9927-965A2278A61F}" type="presParOf" srcId="{C38D68AA-840C-468A-8C1B-F51FE5E05564}" destId="{1A407E3C-38B8-481E-A8C1-D6CA5C302EAC}" srcOrd="0" destOrd="0" presId="urn:microsoft.com/office/officeart/2005/8/layout/list1"/>
    <dgm:cxn modelId="{99EAC6F6-4DE8-48A6-9D5D-940450FBD760}" type="presParOf" srcId="{C38D68AA-840C-468A-8C1B-F51FE5E05564}" destId="{2CE33EAB-81F2-4999-B487-144B9F8071C6}" srcOrd="1" destOrd="0" presId="urn:microsoft.com/office/officeart/2005/8/layout/list1"/>
    <dgm:cxn modelId="{C4F2E2E7-E12E-463A-B569-7D1F278025FE}" type="presParOf" srcId="{98D997CB-D173-4E14-A817-610D8503CE05}" destId="{698DA73D-DCC4-4149-BF69-861866144CE6}" srcOrd="9" destOrd="0" presId="urn:microsoft.com/office/officeart/2005/8/layout/list1"/>
    <dgm:cxn modelId="{F9A2B6C8-DE64-4112-A204-6E2359EA7D89}" type="presParOf" srcId="{98D997CB-D173-4E14-A817-610D8503CE05}" destId="{4733C576-46B0-4054-AE44-F3754D91232E}" srcOrd="10" destOrd="0" presId="urn:microsoft.com/office/officeart/2005/8/layout/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347E327-2CEF-4C2F-97E3-A477CBE500CD}"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C1377A5C-0C1E-4B85-9F23-56B38596B542}">
      <dgm:prSet phldrT="[Text]" phldr="0" custT="1"/>
      <dgm:spPr/>
      <dgm:t>
        <a:bodyPr/>
        <a:lstStyle/>
        <a:p>
          <a:r>
            <a:rPr lang="en-US" sz="1400" dirty="0"/>
            <a:t>User</a:t>
          </a:r>
        </a:p>
      </dgm:t>
    </dgm:pt>
    <dgm:pt modelId="{F465AA64-3561-42C0-ACD3-6A1ABB1388BE}" type="parTrans" cxnId="{A39EF801-AD78-480B-B75C-8F1BA4C37E2A}">
      <dgm:prSet/>
      <dgm:spPr/>
      <dgm:t>
        <a:bodyPr/>
        <a:lstStyle/>
        <a:p>
          <a:endParaRPr lang="en-US"/>
        </a:p>
      </dgm:t>
    </dgm:pt>
    <dgm:pt modelId="{06915E18-5A4E-49AB-9A7C-F3777EF5B449}" type="sibTrans" cxnId="{A39EF801-AD78-480B-B75C-8F1BA4C37E2A}">
      <dgm:prSet/>
      <dgm:spPr/>
      <dgm:t>
        <a:bodyPr/>
        <a:lstStyle/>
        <a:p>
          <a:endParaRPr lang="en-US"/>
        </a:p>
      </dgm:t>
    </dgm:pt>
    <dgm:pt modelId="{413056EB-D963-40B8-B597-D29A16E1EF8B}">
      <dgm:prSet phldrT="[Text]" phldr="0" custT="1"/>
      <dgm:spPr/>
      <dgm:t>
        <a:bodyPr/>
        <a:lstStyle/>
        <a:p>
          <a:r>
            <a:rPr lang="en-US" sz="1400" dirty="0"/>
            <a:t>AI Application</a:t>
          </a:r>
        </a:p>
      </dgm:t>
    </dgm:pt>
    <dgm:pt modelId="{12654312-27C8-42DF-8543-C57E5EADA7BB}" type="parTrans" cxnId="{76E3AD84-3BAC-432D-BEA5-76DDE302FF42}">
      <dgm:prSet/>
      <dgm:spPr/>
      <dgm:t>
        <a:bodyPr/>
        <a:lstStyle/>
        <a:p>
          <a:endParaRPr lang="en-US"/>
        </a:p>
      </dgm:t>
    </dgm:pt>
    <dgm:pt modelId="{061E1458-523D-4A96-A3F6-CA4ADA88A387}" type="sibTrans" cxnId="{76E3AD84-3BAC-432D-BEA5-76DDE302FF42}">
      <dgm:prSet/>
      <dgm:spPr/>
      <dgm:t>
        <a:bodyPr/>
        <a:lstStyle/>
        <a:p>
          <a:endParaRPr lang="en-US"/>
        </a:p>
      </dgm:t>
    </dgm:pt>
    <dgm:pt modelId="{84D06043-2B9D-40ED-A1EC-2A5D6AA5B4EC}">
      <dgm:prSet phldrT="[Text]" phldr="0" custT="1"/>
      <dgm:spPr/>
      <dgm:t>
        <a:bodyPr/>
        <a:lstStyle/>
        <a:p>
          <a:r>
            <a:rPr lang="en-US" sz="1400" dirty="0"/>
            <a:t>HTTP REST Request</a:t>
          </a:r>
        </a:p>
      </dgm:t>
    </dgm:pt>
    <dgm:pt modelId="{A69E9A01-19B1-49C6-81C8-12E562E82661}" type="parTrans" cxnId="{578A52ED-BFED-4D3E-B849-F6E682491743}">
      <dgm:prSet/>
      <dgm:spPr/>
      <dgm:t>
        <a:bodyPr/>
        <a:lstStyle/>
        <a:p>
          <a:endParaRPr lang="en-US"/>
        </a:p>
      </dgm:t>
    </dgm:pt>
    <dgm:pt modelId="{DE745E77-106A-4DA7-9EE8-0A723161A75E}" type="sibTrans" cxnId="{578A52ED-BFED-4D3E-B849-F6E682491743}">
      <dgm:prSet/>
      <dgm:spPr/>
      <dgm:t>
        <a:bodyPr/>
        <a:lstStyle/>
        <a:p>
          <a:endParaRPr lang="en-US"/>
        </a:p>
      </dgm:t>
    </dgm:pt>
    <dgm:pt modelId="{38D9C219-B709-4914-A0BB-59C3777046F7}">
      <dgm:prSet phldrT="[Text]" phldr="0" custT="1"/>
      <dgm:spPr/>
      <dgm:t>
        <a:bodyPr/>
        <a:lstStyle/>
        <a:p>
          <a:r>
            <a:rPr lang="en-US" sz="1400" dirty="0"/>
            <a:t>NVIDIA NIM</a:t>
          </a:r>
        </a:p>
      </dgm:t>
    </dgm:pt>
    <dgm:pt modelId="{622780B3-E884-44AB-90C5-96E995858919}" type="parTrans" cxnId="{3C20BB92-1597-4EA5-BA70-BAE55181416F}">
      <dgm:prSet/>
      <dgm:spPr/>
      <dgm:t>
        <a:bodyPr/>
        <a:lstStyle/>
        <a:p>
          <a:endParaRPr lang="en-US"/>
        </a:p>
      </dgm:t>
    </dgm:pt>
    <dgm:pt modelId="{50BCF9F5-33D9-4A46-B3BF-8E4573E0862D}" type="sibTrans" cxnId="{3C20BB92-1597-4EA5-BA70-BAE55181416F}">
      <dgm:prSet/>
      <dgm:spPr/>
      <dgm:t>
        <a:bodyPr/>
        <a:lstStyle/>
        <a:p>
          <a:endParaRPr lang="en-US"/>
        </a:p>
      </dgm:t>
    </dgm:pt>
    <dgm:pt modelId="{B4417C55-E004-464E-A143-09DC84A4629B}">
      <dgm:prSet phldrT="[Text]" phldr="0" custT="1"/>
      <dgm:spPr/>
      <dgm:t>
        <a:bodyPr/>
        <a:lstStyle/>
        <a:p>
          <a:r>
            <a:rPr lang="en-US" sz="1400" dirty="0"/>
            <a:t>AI Response</a:t>
          </a:r>
        </a:p>
      </dgm:t>
    </dgm:pt>
    <dgm:pt modelId="{F187559B-321A-44F3-A7F4-A58B18D9BEE4}" type="parTrans" cxnId="{406AB129-4F15-44E0-A65A-A18EBD9F58F7}">
      <dgm:prSet/>
      <dgm:spPr/>
      <dgm:t>
        <a:bodyPr/>
        <a:lstStyle/>
        <a:p>
          <a:endParaRPr lang="en-US"/>
        </a:p>
      </dgm:t>
    </dgm:pt>
    <dgm:pt modelId="{094D21E9-A9DD-4412-A3D0-985F2BC94DAE}" type="sibTrans" cxnId="{406AB129-4F15-44E0-A65A-A18EBD9F58F7}">
      <dgm:prSet/>
      <dgm:spPr/>
      <dgm:t>
        <a:bodyPr/>
        <a:lstStyle/>
        <a:p>
          <a:endParaRPr lang="en-US"/>
        </a:p>
      </dgm:t>
    </dgm:pt>
    <dgm:pt modelId="{9B15460F-B926-495E-8C69-FF557EAD3BBE}">
      <dgm:prSet phldrT="[Text]" phldr="0" custT="1"/>
      <dgm:spPr/>
      <dgm:t>
        <a:bodyPr/>
        <a:lstStyle/>
        <a:p>
          <a:r>
            <a:rPr lang="en-US" sz="1400" dirty="0"/>
            <a:t>GPU Interface</a:t>
          </a:r>
        </a:p>
      </dgm:t>
    </dgm:pt>
    <dgm:pt modelId="{A33F1B16-BA28-4BB3-A83E-530890AD9CC4}" type="parTrans" cxnId="{D9794EB0-9C21-4E5A-86A5-112D65944B08}">
      <dgm:prSet/>
      <dgm:spPr/>
      <dgm:t>
        <a:bodyPr/>
        <a:lstStyle/>
        <a:p>
          <a:endParaRPr lang="en-US"/>
        </a:p>
      </dgm:t>
    </dgm:pt>
    <dgm:pt modelId="{BE2C3077-49C8-4E33-BEFF-C6314CE2D670}" type="sibTrans" cxnId="{D9794EB0-9C21-4E5A-86A5-112D65944B08}">
      <dgm:prSet/>
      <dgm:spPr/>
      <dgm:t>
        <a:bodyPr/>
        <a:lstStyle/>
        <a:p>
          <a:endParaRPr lang="en-US"/>
        </a:p>
      </dgm:t>
    </dgm:pt>
    <dgm:pt modelId="{5B77178F-5028-4326-8AD0-EE21AF59DF31}">
      <dgm:prSet custT="1"/>
      <dgm:spPr/>
      <dgm:t>
        <a:bodyPr/>
        <a:lstStyle/>
        <a:p>
          <a:endParaRPr lang="en-US" sz="1400" dirty="0"/>
        </a:p>
      </dgm:t>
    </dgm:pt>
    <dgm:pt modelId="{A5AD7AE6-EC71-47F2-890E-103526578A73}" type="parTrans" cxnId="{90010D2D-F7CA-4A2C-B041-852E44C87B00}">
      <dgm:prSet/>
      <dgm:spPr/>
      <dgm:t>
        <a:bodyPr/>
        <a:lstStyle/>
        <a:p>
          <a:endParaRPr lang="en-US"/>
        </a:p>
      </dgm:t>
    </dgm:pt>
    <dgm:pt modelId="{2CA8C584-346D-4A2F-A844-92AB21287831}" type="sibTrans" cxnId="{90010D2D-F7CA-4A2C-B041-852E44C87B00}">
      <dgm:prSet/>
      <dgm:spPr/>
      <dgm:t>
        <a:bodyPr/>
        <a:lstStyle/>
        <a:p>
          <a:endParaRPr lang="en-US"/>
        </a:p>
      </dgm:t>
    </dgm:pt>
    <dgm:pt modelId="{489022D3-68C2-4654-94E9-4D84C1C2549F}">
      <dgm:prSet custT="1"/>
      <dgm:spPr/>
      <dgm:t>
        <a:bodyPr/>
        <a:lstStyle/>
        <a:p>
          <a:r>
            <a:rPr lang="en-US" sz="1400" dirty="0"/>
            <a:t>AI Model</a:t>
          </a:r>
        </a:p>
      </dgm:t>
    </dgm:pt>
    <dgm:pt modelId="{35676A45-20A6-4997-AA53-D7F6FFE8597D}" type="parTrans" cxnId="{D86BFBD6-EF35-4A64-A1B9-6B70C6A18589}">
      <dgm:prSet/>
      <dgm:spPr/>
      <dgm:t>
        <a:bodyPr/>
        <a:lstStyle/>
        <a:p>
          <a:endParaRPr lang="en-US"/>
        </a:p>
      </dgm:t>
    </dgm:pt>
    <dgm:pt modelId="{FD2FAD44-3E44-43BE-922C-6B9C1039D4FC}" type="sibTrans" cxnId="{D86BFBD6-EF35-4A64-A1B9-6B70C6A18589}">
      <dgm:prSet/>
      <dgm:spPr/>
      <dgm:t>
        <a:bodyPr/>
        <a:lstStyle/>
        <a:p>
          <a:endParaRPr lang="en-US"/>
        </a:p>
      </dgm:t>
    </dgm:pt>
    <dgm:pt modelId="{F2935FC1-B834-4EE5-8C3C-3392931EC152}">
      <dgm:prSet custT="1"/>
      <dgm:spPr/>
      <dgm:t>
        <a:bodyPr/>
        <a:lstStyle/>
        <a:p>
          <a:r>
            <a:rPr lang="en-US" sz="1400" dirty="0" err="1"/>
            <a:t>TensorRT</a:t>
          </a:r>
          <a:r>
            <a:rPr lang="en-US" sz="1400" dirty="0"/>
            <a:t>-LLM</a:t>
          </a:r>
        </a:p>
      </dgm:t>
    </dgm:pt>
    <dgm:pt modelId="{17719A15-EDB9-4A1E-802F-DCF426FAEFF8}" type="parTrans" cxnId="{9889BA2B-4ABC-4CF3-86A9-AC35BBF02FB2}">
      <dgm:prSet/>
      <dgm:spPr/>
      <dgm:t>
        <a:bodyPr/>
        <a:lstStyle/>
        <a:p>
          <a:endParaRPr lang="en-US"/>
        </a:p>
      </dgm:t>
    </dgm:pt>
    <dgm:pt modelId="{F9DC2427-64E8-4A45-8191-3A13FAECB0FF}" type="sibTrans" cxnId="{9889BA2B-4ABC-4CF3-86A9-AC35BBF02FB2}">
      <dgm:prSet/>
      <dgm:spPr/>
      <dgm:t>
        <a:bodyPr/>
        <a:lstStyle/>
        <a:p>
          <a:endParaRPr lang="en-US"/>
        </a:p>
      </dgm:t>
    </dgm:pt>
    <dgm:pt modelId="{1F97E638-9236-4BF7-B81F-8EF25A0243CD}">
      <dgm:prSet custT="1"/>
      <dgm:spPr/>
      <dgm:t>
        <a:bodyPr/>
        <a:lstStyle/>
        <a:p>
          <a:r>
            <a:rPr lang="en-US" sz="1400" dirty="0"/>
            <a:t>Triton Server</a:t>
          </a:r>
        </a:p>
      </dgm:t>
    </dgm:pt>
    <dgm:pt modelId="{079481E9-16DD-41AF-9517-2A6E34501206}" type="parTrans" cxnId="{5B5F5B72-5549-4657-BE3C-F695242B7638}">
      <dgm:prSet/>
      <dgm:spPr/>
      <dgm:t>
        <a:bodyPr/>
        <a:lstStyle/>
        <a:p>
          <a:endParaRPr lang="en-US"/>
        </a:p>
      </dgm:t>
    </dgm:pt>
    <dgm:pt modelId="{D21384C4-66D2-4475-9AB9-C241077691F7}" type="sibTrans" cxnId="{5B5F5B72-5549-4657-BE3C-F695242B7638}">
      <dgm:prSet/>
      <dgm:spPr/>
      <dgm:t>
        <a:bodyPr/>
        <a:lstStyle/>
        <a:p>
          <a:endParaRPr lang="en-US"/>
        </a:p>
      </dgm:t>
    </dgm:pt>
    <dgm:pt modelId="{4771A571-38DB-490F-BC5A-A35889B66171}">
      <dgm:prSet custT="1"/>
      <dgm:spPr/>
      <dgm:t>
        <a:bodyPr/>
        <a:lstStyle/>
        <a:p>
          <a:r>
            <a:rPr lang="en-US" sz="1400" dirty="0"/>
            <a:t>CUDA Runtime</a:t>
          </a:r>
        </a:p>
      </dgm:t>
    </dgm:pt>
    <dgm:pt modelId="{1C6A259B-527C-4B48-A06B-0730478BCC40}" type="parTrans" cxnId="{FBA66AE3-2884-40B5-AAC0-1B1A2BCE32BD}">
      <dgm:prSet/>
      <dgm:spPr/>
      <dgm:t>
        <a:bodyPr/>
        <a:lstStyle/>
        <a:p>
          <a:endParaRPr lang="en-US"/>
        </a:p>
      </dgm:t>
    </dgm:pt>
    <dgm:pt modelId="{C949DF09-BD35-41DB-A038-B6299A1EC26E}" type="sibTrans" cxnId="{FBA66AE3-2884-40B5-AAC0-1B1A2BCE32BD}">
      <dgm:prSet/>
      <dgm:spPr/>
      <dgm:t>
        <a:bodyPr/>
        <a:lstStyle/>
        <a:p>
          <a:endParaRPr lang="en-US"/>
        </a:p>
      </dgm:t>
    </dgm:pt>
    <dgm:pt modelId="{98D997CB-D173-4E14-A817-610D8503CE05}" type="pres">
      <dgm:prSet presAssocID="{7347E327-2CEF-4C2F-97E3-A477CBE500CD}" presName="linear" presStyleCnt="0">
        <dgm:presLayoutVars>
          <dgm:dir/>
          <dgm:animLvl val="lvl"/>
          <dgm:resizeHandles val="exact"/>
        </dgm:presLayoutVars>
      </dgm:prSet>
      <dgm:spPr/>
    </dgm:pt>
    <dgm:pt modelId="{D7FE97FF-46D1-476C-817E-F9B5971709F8}" type="pres">
      <dgm:prSet presAssocID="{C1377A5C-0C1E-4B85-9F23-56B38596B542}" presName="parentLin" presStyleCnt="0"/>
      <dgm:spPr/>
    </dgm:pt>
    <dgm:pt modelId="{FA437BCC-6DFD-4200-A62B-5888A2F87BC8}" type="pres">
      <dgm:prSet presAssocID="{C1377A5C-0C1E-4B85-9F23-56B38596B542}" presName="parentLeftMargin" presStyleLbl="node1" presStyleIdx="0" presStyleCnt="6"/>
      <dgm:spPr/>
    </dgm:pt>
    <dgm:pt modelId="{01DC1E6F-D0E7-4E2B-9161-4C1BCBA30084}" type="pres">
      <dgm:prSet presAssocID="{C1377A5C-0C1E-4B85-9F23-56B38596B542}" presName="parentText" presStyleLbl="node1" presStyleIdx="0" presStyleCnt="6">
        <dgm:presLayoutVars>
          <dgm:chMax val="0"/>
          <dgm:bulletEnabled val="1"/>
        </dgm:presLayoutVars>
      </dgm:prSet>
      <dgm:spPr/>
    </dgm:pt>
    <dgm:pt modelId="{E844D4B1-E668-44E2-A455-81B8BE0800E4}" type="pres">
      <dgm:prSet presAssocID="{C1377A5C-0C1E-4B85-9F23-56B38596B542}" presName="negativeSpace" presStyleCnt="0"/>
      <dgm:spPr/>
    </dgm:pt>
    <dgm:pt modelId="{55DFA0E8-0D5F-4D8E-9C93-2E1BA6B6F34B}" type="pres">
      <dgm:prSet presAssocID="{C1377A5C-0C1E-4B85-9F23-56B38596B542}" presName="childText" presStyleLbl="conFgAcc1" presStyleIdx="0" presStyleCnt="6">
        <dgm:presLayoutVars>
          <dgm:bulletEnabled val="1"/>
        </dgm:presLayoutVars>
      </dgm:prSet>
      <dgm:spPr/>
    </dgm:pt>
    <dgm:pt modelId="{ED562C6D-3085-494C-9D39-AA2C69B0ADB1}" type="pres">
      <dgm:prSet presAssocID="{06915E18-5A4E-49AB-9A7C-F3777EF5B449}" presName="spaceBetweenRectangles" presStyleCnt="0"/>
      <dgm:spPr/>
    </dgm:pt>
    <dgm:pt modelId="{A37C12A2-CEE2-443F-B67F-A806B5D2C6A8}" type="pres">
      <dgm:prSet presAssocID="{413056EB-D963-40B8-B597-D29A16E1EF8B}" presName="parentLin" presStyleCnt="0"/>
      <dgm:spPr/>
    </dgm:pt>
    <dgm:pt modelId="{1FF41AB6-EA7C-4C3A-A602-A50D06146526}" type="pres">
      <dgm:prSet presAssocID="{413056EB-D963-40B8-B597-D29A16E1EF8B}" presName="parentLeftMargin" presStyleLbl="node1" presStyleIdx="0" presStyleCnt="6"/>
      <dgm:spPr/>
    </dgm:pt>
    <dgm:pt modelId="{BC8B0E5C-AE4A-462B-B38A-E8E312CD79CE}" type="pres">
      <dgm:prSet presAssocID="{413056EB-D963-40B8-B597-D29A16E1EF8B}" presName="parentText" presStyleLbl="node1" presStyleIdx="1" presStyleCnt="6">
        <dgm:presLayoutVars>
          <dgm:chMax val="0"/>
          <dgm:bulletEnabled val="1"/>
        </dgm:presLayoutVars>
      </dgm:prSet>
      <dgm:spPr/>
    </dgm:pt>
    <dgm:pt modelId="{DC064394-F171-46EC-8006-E04B9748B859}" type="pres">
      <dgm:prSet presAssocID="{413056EB-D963-40B8-B597-D29A16E1EF8B}" presName="negativeSpace" presStyleCnt="0"/>
      <dgm:spPr/>
    </dgm:pt>
    <dgm:pt modelId="{F8222EC1-78FB-4691-9879-C2EC0A9419BF}" type="pres">
      <dgm:prSet presAssocID="{413056EB-D963-40B8-B597-D29A16E1EF8B}" presName="childText" presStyleLbl="conFgAcc1" presStyleIdx="1" presStyleCnt="6">
        <dgm:presLayoutVars>
          <dgm:bulletEnabled val="1"/>
        </dgm:presLayoutVars>
      </dgm:prSet>
      <dgm:spPr/>
    </dgm:pt>
    <dgm:pt modelId="{2786E640-EA75-45C8-81CA-4F6314917829}" type="pres">
      <dgm:prSet presAssocID="{061E1458-523D-4A96-A3F6-CA4ADA88A387}" presName="spaceBetweenRectangles" presStyleCnt="0"/>
      <dgm:spPr/>
    </dgm:pt>
    <dgm:pt modelId="{C38D68AA-840C-468A-8C1B-F51FE5E05564}" type="pres">
      <dgm:prSet presAssocID="{84D06043-2B9D-40ED-A1EC-2A5D6AA5B4EC}" presName="parentLin" presStyleCnt="0"/>
      <dgm:spPr/>
    </dgm:pt>
    <dgm:pt modelId="{1A407E3C-38B8-481E-A8C1-D6CA5C302EAC}" type="pres">
      <dgm:prSet presAssocID="{84D06043-2B9D-40ED-A1EC-2A5D6AA5B4EC}" presName="parentLeftMargin" presStyleLbl="node1" presStyleIdx="1" presStyleCnt="6"/>
      <dgm:spPr/>
    </dgm:pt>
    <dgm:pt modelId="{2CE33EAB-81F2-4999-B487-144B9F8071C6}" type="pres">
      <dgm:prSet presAssocID="{84D06043-2B9D-40ED-A1EC-2A5D6AA5B4EC}" presName="parentText" presStyleLbl="node1" presStyleIdx="2" presStyleCnt="6">
        <dgm:presLayoutVars>
          <dgm:chMax val="0"/>
          <dgm:bulletEnabled val="1"/>
        </dgm:presLayoutVars>
      </dgm:prSet>
      <dgm:spPr/>
    </dgm:pt>
    <dgm:pt modelId="{698DA73D-DCC4-4149-BF69-861866144CE6}" type="pres">
      <dgm:prSet presAssocID="{84D06043-2B9D-40ED-A1EC-2A5D6AA5B4EC}" presName="negativeSpace" presStyleCnt="0"/>
      <dgm:spPr/>
    </dgm:pt>
    <dgm:pt modelId="{4733C576-46B0-4054-AE44-F3754D91232E}" type="pres">
      <dgm:prSet presAssocID="{84D06043-2B9D-40ED-A1EC-2A5D6AA5B4EC}" presName="childText" presStyleLbl="conFgAcc1" presStyleIdx="2" presStyleCnt="6">
        <dgm:presLayoutVars>
          <dgm:bulletEnabled val="1"/>
        </dgm:presLayoutVars>
      </dgm:prSet>
      <dgm:spPr/>
    </dgm:pt>
    <dgm:pt modelId="{DCCA580B-43AF-4F46-942A-FDF1DD184BDF}" type="pres">
      <dgm:prSet presAssocID="{DE745E77-106A-4DA7-9EE8-0A723161A75E}" presName="spaceBetweenRectangles" presStyleCnt="0"/>
      <dgm:spPr/>
    </dgm:pt>
    <dgm:pt modelId="{BDC3BFA1-EFB7-4501-A2D0-E8244B3981CA}" type="pres">
      <dgm:prSet presAssocID="{38D9C219-B709-4914-A0BB-59C3777046F7}" presName="parentLin" presStyleCnt="0"/>
      <dgm:spPr/>
    </dgm:pt>
    <dgm:pt modelId="{8749D559-6CEC-47C7-AF67-517D166D6DC6}" type="pres">
      <dgm:prSet presAssocID="{38D9C219-B709-4914-A0BB-59C3777046F7}" presName="parentLeftMargin" presStyleLbl="node1" presStyleIdx="2" presStyleCnt="6"/>
      <dgm:spPr/>
    </dgm:pt>
    <dgm:pt modelId="{87D41E6F-8669-413B-95DC-B94A2D941233}" type="pres">
      <dgm:prSet presAssocID="{38D9C219-B709-4914-A0BB-59C3777046F7}" presName="parentText" presStyleLbl="node1" presStyleIdx="3" presStyleCnt="6">
        <dgm:presLayoutVars>
          <dgm:chMax val="0"/>
          <dgm:bulletEnabled val="1"/>
        </dgm:presLayoutVars>
      </dgm:prSet>
      <dgm:spPr/>
    </dgm:pt>
    <dgm:pt modelId="{ACEF2335-D757-4AAA-848C-3A115D9458E3}" type="pres">
      <dgm:prSet presAssocID="{38D9C219-B709-4914-A0BB-59C3777046F7}" presName="negativeSpace" presStyleCnt="0"/>
      <dgm:spPr/>
    </dgm:pt>
    <dgm:pt modelId="{21E6A52A-0D73-4A7F-B80C-0D4EF0332808}" type="pres">
      <dgm:prSet presAssocID="{38D9C219-B709-4914-A0BB-59C3777046F7}" presName="childText" presStyleLbl="conFgAcc1" presStyleIdx="3" presStyleCnt="6">
        <dgm:presLayoutVars>
          <dgm:bulletEnabled val="1"/>
        </dgm:presLayoutVars>
      </dgm:prSet>
      <dgm:spPr/>
    </dgm:pt>
    <dgm:pt modelId="{DFBE22F2-2BBC-4C43-ACB4-B0265ADB3DB0}" type="pres">
      <dgm:prSet presAssocID="{50BCF9F5-33D9-4A46-B3BF-8E4573E0862D}" presName="spaceBetweenRectangles" presStyleCnt="0"/>
      <dgm:spPr/>
    </dgm:pt>
    <dgm:pt modelId="{1E591C84-209E-4F5E-8682-2FFA38DB3881}" type="pres">
      <dgm:prSet presAssocID="{9B15460F-B926-495E-8C69-FF557EAD3BBE}" presName="parentLin" presStyleCnt="0"/>
      <dgm:spPr/>
    </dgm:pt>
    <dgm:pt modelId="{CF427765-5CA4-4A34-9350-DB2F4CC0C3D2}" type="pres">
      <dgm:prSet presAssocID="{9B15460F-B926-495E-8C69-FF557EAD3BBE}" presName="parentLeftMargin" presStyleLbl="node1" presStyleIdx="3" presStyleCnt="6"/>
      <dgm:spPr/>
    </dgm:pt>
    <dgm:pt modelId="{EF31E94E-F5CA-4B21-8CE9-1B68B411344C}" type="pres">
      <dgm:prSet presAssocID="{9B15460F-B926-495E-8C69-FF557EAD3BBE}" presName="parentText" presStyleLbl="node1" presStyleIdx="4" presStyleCnt="6">
        <dgm:presLayoutVars>
          <dgm:chMax val="0"/>
          <dgm:bulletEnabled val="1"/>
        </dgm:presLayoutVars>
      </dgm:prSet>
      <dgm:spPr/>
    </dgm:pt>
    <dgm:pt modelId="{CD0A374D-6AFF-4B6E-9B4F-4F4EEE88B6F7}" type="pres">
      <dgm:prSet presAssocID="{9B15460F-B926-495E-8C69-FF557EAD3BBE}" presName="negativeSpace" presStyleCnt="0"/>
      <dgm:spPr/>
    </dgm:pt>
    <dgm:pt modelId="{3A6F3F62-B7E5-468F-A98E-B75DCC762FD2}" type="pres">
      <dgm:prSet presAssocID="{9B15460F-B926-495E-8C69-FF557EAD3BBE}" presName="childText" presStyleLbl="conFgAcc1" presStyleIdx="4" presStyleCnt="6">
        <dgm:presLayoutVars>
          <dgm:bulletEnabled val="1"/>
        </dgm:presLayoutVars>
      </dgm:prSet>
      <dgm:spPr/>
    </dgm:pt>
    <dgm:pt modelId="{C2CF4BA8-7720-4582-9055-54FEAC26F0E7}" type="pres">
      <dgm:prSet presAssocID="{BE2C3077-49C8-4E33-BEFF-C6314CE2D670}" presName="spaceBetweenRectangles" presStyleCnt="0"/>
      <dgm:spPr/>
    </dgm:pt>
    <dgm:pt modelId="{23AFC54F-9D9B-4A8F-BCD2-1FF950515EA3}" type="pres">
      <dgm:prSet presAssocID="{B4417C55-E004-464E-A143-09DC84A4629B}" presName="parentLin" presStyleCnt="0"/>
      <dgm:spPr/>
    </dgm:pt>
    <dgm:pt modelId="{460D7529-D294-4A84-B160-851D81A995D7}" type="pres">
      <dgm:prSet presAssocID="{B4417C55-E004-464E-A143-09DC84A4629B}" presName="parentLeftMargin" presStyleLbl="node1" presStyleIdx="4" presStyleCnt="6"/>
      <dgm:spPr/>
    </dgm:pt>
    <dgm:pt modelId="{2FA3D798-89B1-47E3-A435-C3CE313F0551}" type="pres">
      <dgm:prSet presAssocID="{B4417C55-E004-464E-A143-09DC84A4629B}" presName="parentText" presStyleLbl="node1" presStyleIdx="5" presStyleCnt="6">
        <dgm:presLayoutVars>
          <dgm:chMax val="0"/>
          <dgm:bulletEnabled val="1"/>
        </dgm:presLayoutVars>
      </dgm:prSet>
      <dgm:spPr/>
    </dgm:pt>
    <dgm:pt modelId="{A14AE95D-143D-40D2-8DBF-B80037140A18}" type="pres">
      <dgm:prSet presAssocID="{B4417C55-E004-464E-A143-09DC84A4629B}" presName="negativeSpace" presStyleCnt="0"/>
      <dgm:spPr/>
    </dgm:pt>
    <dgm:pt modelId="{36274C7A-848E-4F30-B2FB-64FD8CE5FA4E}" type="pres">
      <dgm:prSet presAssocID="{B4417C55-E004-464E-A143-09DC84A4629B}" presName="childText" presStyleLbl="conFgAcc1" presStyleIdx="5" presStyleCnt="6">
        <dgm:presLayoutVars>
          <dgm:bulletEnabled val="1"/>
        </dgm:presLayoutVars>
      </dgm:prSet>
      <dgm:spPr/>
    </dgm:pt>
  </dgm:ptLst>
  <dgm:cxnLst>
    <dgm:cxn modelId="{A39EF801-AD78-480B-B75C-8F1BA4C37E2A}" srcId="{7347E327-2CEF-4C2F-97E3-A477CBE500CD}" destId="{C1377A5C-0C1E-4B85-9F23-56B38596B542}" srcOrd="0" destOrd="0" parTransId="{F465AA64-3561-42C0-ACD3-6A1ABB1388BE}" sibTransId="{06915E18-5A4E-49AB-9A7C-F3777EF5B449}"/>
    <dgm:cxn modelId="{C9945608-1A3C-40CC-B557-6E73B866CA02}" type="presOf" srcId="{5B77178F-5028-4326-8AD0-EE21AF59DF31}" destId="{4733C576-46B0-4054-AE44-F3754D91232E}" srcOrd="0" destOrd="0" presId="urn:microsoft.com/office/officeart/2005/8/layout/list1"/>
    <dgm:cxn modelId="{406AB129-4F15-44E0-A65A-A18EBD9F58F7}" srcId="{7347E327-2CEF-4C2F-97E3-A477CBE500CD}" destId="{B4417C55-E004-464E-A143-09DC84A4629B}" srcOrd="5" destOrd="0" parTransId="{F187559B-321A-44F3-A7F4-A58B18D9BEE4}" sibTransId="{094D21E9-A9DD-4412-A3D0-985F2BC94DAE}"/>
    <dgm:cxn modelId="{9889BA2B-4ABC-4CF3-86A9-AC35BBF02FB2}" srcId="{38D9C219-B709-4914-A0BB-59C3777046F7}" destId="{F2935FC1-B834-4EE5-8C3C-3392931EC152}" srcOrd="1" destOrd="0" parTransId="{17719A15-EDB9-4A1E-802F-DCF426FAEFF8}" sibTransId="{F9DC2427-64E8-4A45-8191-3A13FAECB0FF}"/>
    <dgm:cxn modelId="{90010D2D-F7CA-4A2C-B041-852E44C87B00}" srcId="{84D06043-2B9D-40ED-A1EC-2A5D6AA5B4EC}" destId="{5B77178F-5028-4326-8AD0-EE21AF59DF31}" srcOrd="0" destOrd="0" parTransId="{A5AD7AE6-EC71-47F2-890E-103526578A73}" sibTransId="{2CA8C584-346D-4A2F-A844-92AB21287831}"/>
    <dgm:cxn modelId="{9367F12E-1FD2-4CC9-8593-CA34B9DA06F3}" type="presOf" srcId="{84D06043-2B9D-40ED-A1EC-2A5D6AA5B4EC}" destId="{1A407E3C-38B8-481E-A8C1-D6CA5C302EAC}" srcOrd="0" destOrd="0" presId="urn:microsoft.com/office/officeart/2005/8/layout/list1"/>
    <dgm:cxn modelId="{94D9CE30-A785-4D43-B0EB-FD533B15F652}" type="presOf" srcId="{413056EB-D963-40B8-B597-D29A16E1EF8B}" destId="{1FF41AB6-EA7C-4C3A-A602-A50D06146526}" srcOrd="0" destOrd="0" presId="urn:microsoft.com/office/officeart/2005/8/layout/list1"/>
    <dgm:cxn modelId="{84CCA23D-E11F-4C73-AAD5-F78D784605AC}" type="presOf" srcId="{9B15460F-B926-495E-8C69-FF557EAD3BBE}" destId="{CF427765-5CA4-4A34-9350-DB2F4CC0C3D2}" srcOrd="0" destOrd="0" presId="urn:microsoft.com/office/officeart/2005/8/layout/list1"/>
    <dgm:cxn modelId="{FDA05E3E-A19F-4C63-AB6B-93158B7E9664}" type="presOf" srcId="{F2935FC1-B834-4EE5-8C3C-3392931EC152}" destId="{21E6A52A-0D73-4A7F-B80C-0D4EF0332808}" srcOrd="0" destOrd="1" presId="urn:microsoft.com/office/officeart/2005/8/layout/list1"/>
    <dgm:cxn modelId="{0D522B48-DF4D-4C13-A117-F01100CCF174}" type="presOf" srcId="{B4417C55-E004-464E-A143-09DC84A4629B}" destId="{460D7529-D294-4A84-B160-851D81A995D7}" srcOrd="0" destOrd="0" presId="urn:microsoft.com/office/officeart/2005/8/layout/list1"/>
    <dgm:cxn modelId="{C4150B6A-FA4E-459D-B6D6-AF93E1E89D39}" type="presOf" srcId="{489022D3-68C2-4654-94E9-4D84C1C2549F}" destId="{21E6A52A-0D73-4A7F-B80C-0D4EF0332808}" srcOrd="0" destOrd="0" presId="urn:microsoft.com/office/officeart/2005/8/layout/list1"/>
    <dgm:cxn modelId="{58113B4E-B807-4A62-B86E-1724130B0199}" type="presOf" srcId="{84D06043-2B9D-40ED-A1EC-2A5D6AA5B4EC}" destId="{2CE33EAB-81F2-4999-B487-144B9F8071C6}" srcOrd="1" destOrd="0" presId="urn:microsoft.com/office/officeart/2005/8/layout/list1"/>
    <dgm:cxn modelId="{5B5F5B72-5549-4657-BE3C-F695242B7638}" srcId="{38D9C219-B709-4914-A0BB-59C3777046F7}" destId="{1F97E638-9236-4BF7-B81F-8EF25A0243CD}" srcOrd="2" destOrd="0" parTransId="{079481E9-16DD-41AF-9517-2A6E34501206}" sibTransId="{D21384C4-66D2-4475-9AB9-C241077691F7}"/>
    <dgm:cxn modelId="{76E3AD84-3BAC-432D-BEA5-76DDE302FF42}" srcId="{7347E327-2CEF-4C2F-97E3-A477CBE500CD}" destId="{413056EB-D963-40B8-B597-D29A16E1EF8B}" srcOrd="1" destOrd="0" parTransId="{12654312-27C8-42DF-8543-C57E5EADA7BB}" sibTransId="{061E1458-523D-4A96-A3F6-CA4ADA88A387}"/>
    <dgm:cxn modelId="{F1788B8E-5636-4770-B681-1455DE215A7A}" type="presOf" srcId="{7347E327-2CEF-4C2F-97E3-A477CBE500CD}" destId="{98D997CB-D173-4E14-A817-610D8503CE05}" srcOrd="0" destOrd="0" presId="urn:microsoft.com/office/officeart/2005/8/layout/list1"/>
    <dgm:cxn modelId="{3C20BB92-1597-4EA5-BA70-BAE55181416F}" srcId="{7347E327-2CEF-4C2F-97E3-A477CBE500CD}" destId="{38D9C219-B709-4914-A0BB-59C3777046F7}" srcOrd="3" destOrd="0" parTransId="{622780B3-E884-44AB-90C5-96E995858919}" sibTransId="{50BCF9F5-33D9-4A46-B3BF-8E4573E0862D}"/>
    <dgm:cxn modelId="{115E7594-267C-48F5-9E81-2B56AAFC05EA}" type="presOf" srcId="{413056EB-D963-40B8-B597-D29A16E1EF8B}" destId="{BC8B0E5C-AE4A-462B-B38A-E8E312CD79CE}" srcOrd="1" destOrd="0" presId="urn:microsoft.com/office/officeart/2005/8/layout/list1"/>
    <dgm:cxn modelId="{D9794EB0-9C21-4E5A-86A5-112D65944B08}" srcId="{7347E327-2CEF-4C2F-97E3-A477CBE500CD}" destId="{9B15460F-B926-495E-8C69-FF557EAD3BBE}" srcOrd="4" destOrd="0" parTransId="{A33F1B16-BA28-4BB3-A83E-530890AD9CC4}" sibTransId="{BE2C3077-49C8-4E33-BEFF-C6314CE2D670}"/>
    <dgm:cxn modelId="{9D635BB2-8792-4933-9F5C-BE8213F35978}" type="presOf" srcId="{9B15460F-B926-495E-8C69-FF557EAD3BBE}" destId="{EF31E94E-F5CA-4B21-8CE9-1B68B411344C}" srcOrd="1" destOrd="0" presId="urn:microsoft.com/office/officeart/2005/8/layout/list1"/>
    <dgm:cxn modelId="{CB3761BE-B165-45A2-A4FB-9B8B8D9DAEFA}" type="presOf" srcId="{38D9C219-B709-4914-A0BB-59C3777046F7}" destId="{8749D559-6CEC-47C7-AF67-517D166D6DC6}" srcOrd="0" destOrd="0" presId="urn:microsoft.com/office/officeart/2005/8/layout/list1"/>
    <dgm:cxn modelId="{646A02D4-B163-4957-B325-813953918C2E}" type="presOf" srcId="{B4417C55-E004-464E-A143-09DC84A4629B}" destId="{2FA3D798-89B1-47E3-A435-C3CE313F0551}" srcOrd="1" destOrd="0" presId="urn:microsoft.com/office/officeart/2005/8/layout/list1"/>
    <dgm:cxn modelId="{478A1DD6-7BCB-4443-9A27-3395071D5E33}" type="presOf" srcId="{4771A571-38DB-490F-BC5A-A35889B66171}" destId="{21E6A52A-0D73-4A7F-B80C-0D4EF0332808}" srcOrd="0" destOrd="3" presId="urn:microsoft.com/office/officeart/2005/8/layout/list1"/>
    <dgm:cxn modelId="{D86BFBD6-EF35-4A64-A1B9-6B70C6A18589}" srcId="{38D9C219-B709-4914-A0BB-59C3777046F7}" destId="{489022D3-68C2-4654-94E9-4D84C1C2549F}" srcOrd="0" destOrd="0" parTransId="{35676A45-20A6-4997-AA53-D7F6FFE8597D}" sibTransId="{FD2FAD44-3E44-43BE-922C-6B9C1039D4FC}"/>
    <dgm:cxn modelId="{FBA66AE3-2884-40B5-AAC0-1B1A2BCE32BD}" srcId="{38D9C219-B709-4914-A0BB-59C3777046F7}" destId="{4771A571-38DB-490F-BC5A-A35889B66171}" srcOrd="3" destOrd="0" parTransId="{1C6A259B-527C-4B48-A06B-0730478BCC40}" sibTransId="{C949DF09-BD35-41DB-A038-B6299A1EC26E}"/>
    <dgm:cxn modelId="{C5D138E4-5769-439A-8CBC-05EA235EFA78}" type="presOf" srcId="{1F97E638-9236-4BF7-B81F-8EF25A0243CD}" destId="{21E6A52A-0D73-4A7F-B80C-0D4EF0332808}" srcOrd="0" destOrd="2" presId="urn:microsoft.com/office/officeart/2005/8/layout/list1"/>
    <dgm:cxn modelId="{578A52ED-BFED-4D3E-B849-F6E682491743}" srcId="{7347E327-2CEF-4C2F-97E3-A477CBE500CD}" destId="{84D06043-2B9D-40ED-A1EC-2A5D6AA5B4EC}" srcOrd="2" destOrd="0" parTransId="{A69E9A01-19B1-49C6-81C8-12E562E82661}" sibTransId="{DE745E77-106A-4DA7-9EE8-0A723161A75E}"/>
    <dgm:cxn modelId="{08F4CCEE-FEDA-409B-BFF8-BACF9914158A}" type="presOf" srcId="{C1377A5C-0C1E-4B85-9F23-56B38596B542}" destId="{01DC1E6F-D0E7-4E2B-9161-4C1BCBA30084}" srcOrd="1" destOrd="0" presId="urn:microsoft.com/office/officeart/2005/8/layout/list1"/>
    <dgm:cxn modelId="{C461FDFD-332C-49FD-A01B-EF36CA9C5B6E}" type="presOf" srcId="{38D9C219-B709-4914-A0BB-59C3777046F7}" destId="{87D41E6F-8669-413B-95DC-B94A2D941233}" srcOrd="1" destOrd="0" presId="urn:microsoft.com/office/officeart/2005/8/layout/list1"/>
    <dgm:cxn modelId="{0C0B86FF-DCDE-4A2F-A917-6771F6C5028B}" type="presOf" srcId="{C1377A5C-0C1E-4B85-9F23-56B38596B542}" destId="{FA437BCC-6DFD-4200-A62B-5888A2F87BC8}" srcOrd="0" destOrd="0" presId="urn:microsoft.com/office/officeart/2005/8/layout/list1"/>
    <dgm:cxn modelId="{C6D70118-0AE8-456B-98CA-DAFBD4C9836E}" type="presParOf" srcId="{98D997CB-D173-4E14-A817-610D8503CE05}" destId="{D7FE97FF-46D1-476C-817E-F9B5971709F8}" srcOrd="0" destOrd="0" presId="urn:microsoft.com/office/officeart/2005/8/layout/list1"/>
    <dgm:cxn modelId="{489ADC00-B5FA-4CC1-8A6F-87AA6DE2AA09}" type="presParOf" srcId="{D7FE97FF-46D1-476C-817E-F9B5971709F8}" destId="{FA437BCC-6DFD-4200-A62B-5888A2F87BC8}" srcOrd="0" destOrd="0" presId="urn:microsoft.com/office/officeart/2005/8/layout/list1"/>
    <dgm:cxn modelId="{560861FA-9725-46ED-8BA2-F82C24B6E56F}" type="presParOf" srcId="{D7FE97FF-46D1-476C-817E-F9B5971709F8}" destId="{01DC1E6F-D0E7-4E2B-9161-4C1BCBA30084}" srcOrd="1" destOrd="0" presId="urn:microsoft.com/office/officeart/2005/8/layout/list1"/>
    <dgm:cxn modelId="{FDA2341E-E162-4026-9081-958032117538}" type="presParOf" srcId="{98D997CB-D173-4E14-A817-610D8503CE05}" destId="{E844D4B1-E668-44E2-A455-81B8BE0800E4}" srcOrd="1" destOrd="0" presId="urn:microsoft.com/office/officeart/2005/8/layout/list1"/>
    <dgm:cxn modelId="{9CB5171C-B50D-4F62-AEF5-751E600B31F6}" type="presParOf" srcId="{98D997CB-D173-4E14-A817-610D8503CE05}" destId="{55DFA0E8-0D5F-4D8E-9C93-2E1BA6B6F34B}" srcOrd="2" destOrd="0" presId="urn:microsoft.com/office/officeart/2005/8/layout/list1"/>
    <dgm:cxn modelId="{4E39DD55-6719-4F10-AC94-6895CEB9AAEA}" type="presParOf" srcId="{98D997CB-D173-4E14-A817-610D8503CE05}" destId="{ED562C6D-3085-494C-9D39-AA2C69B0ADB1}" srcOrd="3" destOrd="0" presId="urn:microsoft.com/office/officeart/2005/8/layout/list1"/>
    <dgm:cxn modelId="{5C1723BD-CA6F-4F41-8487-D56AE0827093}" type="presParOf" srcId="{98D997CB-D173-4E14-A817-610D8503CE05}" destId="{A37C12A2-CEE2-443F-B67F-A806B5D2C6A8}" srcOrd="4" destOrd="0" presId="urn:microsoft.com/office/officeart/2005/8/layout/list1"/>
    <dgm:cxn modelId="{719A9B6F-0D69-4A5F-8BE6-AB3B27D600C3}" type="presParOf" srcId="{A37C12A2-CEE2-443F-B67F-A806B5D2C6A8}" destId="{1FF41AB6-EA7C-4C3A-A602-A50D06146526}" srcOrd="0" destOrd="0" presId="urn:microsoft.com/office/officeart/2005/8/layout/list1"/>
    <dgm:cxn modelId="{0DB238F5-1BAA-4DCA-AA6A-96183F6DE739}" type="presParOf" srcId="{A37C12A2-CEE2-443F-B67F-A806B5D2C6A8}" destId="{BC8B0E5C-AE4A-462B-B38A-E8E312CD79CE}" srcOrd="1" destOrd="0" presId="urn:microsoft.com/office/officeart/2005/8/layout/list1"/>
    <dgm:cxn modelId="{4A486524-3764-4152-B165-38AC85C9C6A9}" type="presParOf" srcId="{98D997CB-D173-4E14-A817-610D8503CE05}" destId="{DC064394-F171-46EC-8006-E04B9748B859}" srcOrd="5" destOrd="0" presId="urn:microsoft.com/office/officeart/2005/8/layout/list1"/>
    <dgm:cxn modelId="{00DEACED-F8B5-4D21-8268-1695F5CB2848}" type="presParOf" srcId="{98D997CB-D173-4E14-A817-610D8503CE05}" destId="{F8222EC1-78FB-4691-9879-C2EC0A9419BF}" srcOrd="6" destOrd="0" presId="urn:microsoft.com/office/officeart/2005/8/layout/list1"/>
    <dgm:cxn modelId="{258EE75F-E13F-4B7F-8DD4-E3679DDC7EC1}" type="presParOf" srcId="{98D997CB-D173-4E14-A817-610D8503CE05}" destId="{2786E640-EA75-45C8-81CA-4F6314917829}" srcOrd="7" destOrd="0" presId="urn:microsoft.com/office/officeart/2005/8/layout/list1"/>
    <dgm:cxn modelId="{5017185E-A266-402E-A5F4-40DCC95FDDDB}" type="presParOf" srcId="{98D997CB-D173-4E14-A817-610D8503CE05}" destId="{C38D68AA-840C-468A-8C1B-F51FE5E05564}" srcOrd="8" destOrd="0" presId="urn:microsoft.com/office/officeart/2005/8/layout/list1"/>
    <dgm:cxn modelId="{9325BB17-8231-4D2F-9927-965A2278A61F}" type="presParOf" srcId="{C38D68AA-840C-468A-8C1B-F51FE5E05564}" destId="{1A407E3C-38B8-481E-A8C1-D6CA5C302EAC}" srcOrd="0" destOrd="0" presId="urn:microsoft.com/office/officeart/2005/8/layout/list1"/>
    <dgm:cxn modelId="{99EAC6F6-4DE8-48A6-9D5D-940450FBD760}" type="presParOf" srcId="{C38D68AA-840C-468A-8C1B-F51FE5E05564}" destId="{2CE33EAB-81F2-4999-B487-144B9F8071C6}" srcOrd="1" destOrd="0" presId="urn:microsoft.com/office/officeart/2005/8/layout/list1"/>
    <dgm:cxn modelId="{C4F2E2E7-E12E-463A-B569-7D1F278025FE}" type="presParOf" srcId="{98D997CB-D173-4E14-A817-610D8503CE05}" destId="{698DA73D-DCC4-4149-BF69-861866144CE6}" srcOrd="9" destOrd="0" presId="urn:microsoft.com/office/officeart/2005/8/layout/list1"/>
    <dgm:cxn modelId="{F9A2B6C8-DE64-4112-A204-6E2359EA7D89}" type="presParOf" srcId="{98D997CB-D173-4E14-A817-610D8503CE05}" destId="{4733C576-46B0-4054-AE44-F3754D91232E}" srcOrd="10" destOrd="0" presId="urn:microsoft.com/office/officeart/2005/8/layout/list1"/>
    <dgm:cxn modelId="{D12ECBE4-5929-45A7-A3FA-ED8E7045DB26}" type="presParOf" srcId="{98D997CB-D173-4E14-A817-610D8503CE05}" destId="{DCCA580B-43AF-4F46-942A-FDF1DD184BDF}" srcOrd="11" destOrd="0" presId="urn:microsoft.com/office/officeart/2005/8/layout/list1"/>
    <dgm:cxn modelId="{9CDA4836-F41E-45D8-BCFC-DEF8B7F1727A}" type="presParOf" srcId="{98D997CB-D173-4E14-A817-610D8503CE05}" destId="{BDC3BFA1-EFB7-4501-A2D0-E8244B3981CA}" srcOrd="12" destOrd="0" presId="urn:microsoft.com/office/officeart/2005/8/layout/list1"/>
    <dgm:cxn modelId="{E16273AF-5B1B-4B12-8407-4083BDC24858}" type="presParOf" srcId="{BDC3BFA1-EFB7-4501-A2D0-E8244B3981CA}" destId="{8749D559-6CEC-47C7-AF67-517D166D6DC6}" srcOrd="0" destOrd="0" presId="urn:microsoft.com/office/officeart/2005/8/layout/list1"/>
    <dgm:cxn modelId="{361F6082-9A0D-445D-96AE-DDD8409A0BCD}" type="presParOf" srcId="{BDC3BFA1-EFB7-4501-A2D0-E8244B3981CA}" destId="{87D41E6F-8669-413B-95DC-B94A2D941233}" srcOrd="1" destOrd="0" presId="urn:microsoft.com/office/officeart/2005/8/layout/list1"/>
    <dgm:cxn modelId="{F93276C1-D883-4789-A57C-DD883FCF9141}" type="presParOf" srcId="{98D997CB-D173-4E14-A817-610D8503CE05}" destId="{ACEF2335-D757-4AAA-848C-3A115D9458E3}" srcOrd="13" destOrd="0" presId="urn:microsoft.com/office/officeart/2005/8/layout/list1"/>
    <dgm:cxn modelId="{656E58D4-3FB5-404C-90A4-1198AF24D5E3}" type="presParOf" srcId="{98D997CB-D173-4E14-A817-610D8503CE05}" destId="{21E6A52A-0D73-4A7F-B80C-0D4EF0332808}" srcOrd="14" destOrd="0" presId="urn:microsoft.com/office/officeart/2005/8/layout/list1"/>
    <dgm:cxn modelId="{9DC58DDE-4A26-43E5-8BA8-2AEDBCD409D9}" type="presParOf" srcId="{98D997CB-D173-4E14-A817-610D8503CE05}" destId="{DFBE22F2-2BBC-4C43-ACB4-B0265ADB3DB0}" srcOrd="15" destOrd="0" presId="urn:microsoft.com/office/officeart/2005/8/layout/list1"/>
    <dgm:cxn modelId="{E36C70F2-0107-4A12-8E8B-76D8DD2FA761}" type="presParOf" srcId="{98D997CB-D173-4E14-A817-610D8503CE05}" destId="{1E591C84-209E-4F5E-8682-2FFA38DB3881}" srcOrd="16" destOrd="0" presId="urn:microsoft.com/office/officeart/2005/8/layout/list1"/>
    <dgm:cxn modelId="{42364CB0-DB96-4168-BC5A-95DBACA03512}" type="presParOf" srcId="{1E591C84-209E-4F5E-8682-2FFA38DB3881}" destId="{CF427765-5CA4-4A34-9350-DB2F4CC0C3D2}" srcOrd="0" destOrd="0" presId="urn:microsoft.com/office/officeart/2005/8/layout/list1"/>
    <dgm:cxn modelId="{46B6E9A0-C4E8-4D69-9B96-DCE069A3B4F0}" type="presParOf" srcId="{1E591C84-209E-4F5E-8682-2FFA38DB3881}" destId="{EF31E94E-F5CA-4B21-8CE9-1B68B411344C}" srcOrd="1" destOrd="0" presId="urn:microsoft.com/office/officeart/2005/8/layout/list1"/>
    <dgm:cxn modelId="{6CA641C3-2EE1-4290-AF06-7AA2AFBCE8F5}" type="presParOf" srcId="{98D997CB-D173-4E14-A817-610D8503CE05}" destId="{CD0A374D-6AFF-4B6E-9B4F-4F4EEE88B6F7}" srcOrd="17" destOrd="0" presId="urn:microsoft.com/office/officeart/2005/8/layout/list1"/>
    <dgm:cxn modelId="{3CA63D41-CFF9-40BF-8F59-883657E764E4}" type="presParOf" srcId="{98D997CB-D173-4E14-A817-610D8503CE05}" destId="{3A6F3F62-B7E5-468F-A98E-B75DCC762FD2}" srcOrd="18" destOrd="0" presId="urn:microsoft.com/office/officeart/2005/8/layout/list1"/>
    <dgm:cxn modelId="{43CAF85B-BF51-48DC-85AC-E88D361CACAE}" type="presParOf" srcId="{98D997CB-D173-4E14-A817-610D8503CE05}" destId="{C2CF4BA8-7720-4582-9055-54FEAC26F0E7}" srcOrd="19" destOrd="0" presId="urn:microsoft.com/office/officeart/2005/8/layout/list1"/>
    <dgm:cxn modelId="{529F57D5-606D-4508-9A81-DF6389A008C7}" type="presParOf" srcId="{98D997CB-D173-4E14-A817-610D8503CE05}" destId="{23AFC54F-9D9B-4A8F-BCD2-1FF950515EA3}" srcOrd="20" destOrd="0" presId="urn:microsoft.com/office/officeart/2005/8/layout/list1"/>
    <dgm:cxn modelId="{FE268C03-9C30-42DF-8BA4-757FE5E83117}" type="presParOf" srcId="{23AFC54F-9D9B-4A8F-BCD2-1FF950515EA3}" destId="{460D7529-D294-4A84-B160-851D81A995D7}" srcOrd="0" destOrd="0" presId="urn:microsoft.com/office/officeart/2005/8/layout/list1"/>
    <dgm:cxn modelId="{71D9F638-1035-4D5A-BB89-4E7E9626188E}" type="presParOf" srcId="{23AFC54F-9D9B-4A8F-BCD2-1FF950515EA3}" destId="{2FA3D798-89B1-47E3-A435-C3CE313F0551}" srcOrd="1" destOrd="0" presId="urn:microsoft.com/office/officeart/2005/8/layout/list1"/>
    <dgm:cxn modelId="{E8829AF0-F709-44CF-A5D1-718C8E7A990A}" type="presParOf" srcId="{98D997CB-D173-4E14-A817-610D8503CE05}" destId="{A14AE95D-143D-40D2-8DBF-B80037140A18}" srcOrd="21" destOrd="0" presId="urn:microsoft.com/office/officeart/2005/8/layout/list1"/>
    <dgm:cxn modelId="{CB07CCE9-1C9F-4354-BF4D-61AF1DD53EA1}" type="presParOf" srcId="{98D997CB-D173-4E14-A817-610D8503CE05}" destId="{36274C7A-848E-4F30-B2FB-64FD8CE5FA4E}" srcOrd="2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347E327-2CEF-4C2F-97E3-A477CBE500CD}"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FDDE04CB-9759-4EC1-8C1F-5A71C6EB1784}">
      <dgm:prSet/>
      <dgm:spPr/>
      <dgm:t>
        <a:bodyPr/>
        <a:lstStyle/>
        <a:p>
          <a:r>
            <a:rPr lang="en-US" dirty="0"/>
            <a:t>                    Your Application</a:t>
          </a:r>
        </a:p>
      </dgm:t>
    </dgm:pt>
    <dgm:pt modelId="{E313C81E-E0A7-48F7-A2A9-DACD17BFCAD1}" type="sibTrans" cxnId="{3AF6F0D6-D786-41E6-9EA9-D6C6668DBDE1}">
      <dgm:prSet/>
      <dgm:spPr/>
      <dgm:t>
        <a:bodyPr/>
        <a:lstStyle/>
        <a:p>
          <a:endParaRPr lang="en-US"/>
        </a:p>
      </dgm:t>
    </dgm:pt>
    <dgm:pt modelId="{2A777D6B-F50D-41C5-B16B-1A50CD35C88C}" type="parTrans" cxnId="{3AF6F0D6-D786-41E6-9EA9-D6C6668DBDE1}">
      <dgm:prSet/>
      <dgm:spPr/>
      <dgm:t>
        <a:bodyPr/>
        <a:lstStyle/>
        <a:p>
          <a:endParaRPr lang="en-US"/>
        </a:p>
      </dgm:t>
    </dgm:pt>
    <dgm:pt modelId="{4678E4D9-96A8-41F6-A7F0-6C956CF71E8A}">
      <dgm:prSet/>
      <dgm:spPr/>
      <dgm:t>
        <a:bodyPr/>
        <a:lstStyle/>
        <a:p>
          <a:r>
            <a:rPr lang="en-US" dirty="0"/>
            <a:t>                  NVIDIA NIM API</a:t>
          </a:r>
        </a:p>
      </dgm:t>
    </dgm:pt>
    <dgm:pt modelId="{F5BDC1F8-01F9-4391-8D42-539B56B3A92D}" type="sibTrans" cxnId="{C991CF08-A38B-495F-8766-A6922D3ED42F}">
      <dgm:prSet/>
      <dgm:spPr/>
      <dgm:t>
        <a:bodyPr/>
        <a:lstStyle/>
        <a:p>
          <a:endParaRPr lang="en-US"/>
        </a:p>
      </dgm:t>
    </dgm:pt>
    <dgm:pt modelId="{AD3797FA-C0B4-46CE-BB38-8345D59DC6E9}" type="parTrans" cxnId="{C991CF08-A38B-495F-8766-A6922D3ED42F}">
      <dgm:prSet/>
      <dgm:spPr/>
      <dgm:t>
        <a:bodyPr/>
        <a:lstStyle/>
        <a:p>
          <a:endParaRPr lang="en-US"/>
        </a:p>
      </dgm:t>
    </dgm:pt>
    <dgm:pt modelId="{F1CAFA6D-4B1E-4174-B959-4C5D027826A2}">
      <dgm:prSet/>
      <dgm:spPr/>
      <dgm:t>
        <a:bodyPr/>
        <a:lstStyle/>
        <a:p>
          <a:r>
            <a:rPr lang="en-US" b="1" dirty="0"/>
            <a:t>Triton Inference Server</a:t>
          </a:r>
        </a:p>
      </dgm:t>
    </dgm:pt>
    <dgm:pt modelId="{F7EDCF3A-280E-47E2-850C-652D01C0E09D}" type="sibTrans" cxnId="{874BDE00-AE88-44DA-AB69-C8E6A76986F4}">
      <dgm:prSet/>
      <dgm:spPr/>
      <dgm:t>
        <a:bodyPr/>
        <a:lstStyle/>
        <a:p>
          <a:endParaRPr lang="en-US"/>
        </a:p>
      </dgm:t>
    </dgm:pt>
    <dgm:pt modelId="{10F593AF-794A-42F0-B5ED-A95AB64B763D}" type="parTrans" cxnId="{874BDE00-AE88-44DA-AB69-C8E6A76986F4}">
      <dgm:prSet/>
      <dgm:spPr/>
      <dgm:t>
        <a:bodyPr/>
        <a:lstStyle/>
        <a:p>
          <a:endParaRPr lang="en-US"/>
        </a:p>
      </dgm:t>
    </dgm:pt>
    <dgm:pt modelId="{D608A751-BCF2-4420-90E2-5339B4A851DB}">
      <dgm:prSet/>
      <dgm:spPr/>
      <dgm:t>
        <a:bodyPr/>
        <a:lstStyle/>
        <a:p>
          <a:r>
            <a:rPr lang="en-US"/>
            <a:t>                     NVIDIA GPU</a:t>
          </a:r>
        </a:p>
      </dgm:t>
    </dgm:pt>
    <dgm:pt modelId="{98E60897-705C-4843-A34A-ABE49D7F96CF}" type="sibTrans" cxnId="{A4BC862D-DB8A-4DFA-95DC-B9B9DF4A3551}">
      <dgm:prSet/>
      <dgm:spPr/>
      <dgm:t>
        <a:bodyPr/>
        <a:lstStyle/>
        <a:p>
          <a:endParaRPr lang="en-US"/>
        </a:p>
      </dgm:t>
    </dgm:pt>
    <dgm:pt modelId="{6033CA3B-6798-46B9-BE2F-0D9B75799EAF}" type="parTrans" cxnId="{A4BC862D-DB8A-4DFA-95DC-B9B9DF4A3551}">
      <dgm:prSet/>
      <dgm:spPr/>
      <dgm:t>
        <a:bodyPr/>
        <a:lstStyle/>
        <a:p>
          <a:endParaRPr lang="en-US"/>
        </a:p>
      </dgm:t>
    </dgm:pt>
    <dgm:pt modelId="{47861944-8AA0-4026-AAEA-76078D3533C5}">
      <dgm:prSet/>
      <dgm:spPr/>
      <dgm:t>
        <a:bodyPr/>
        <a:lstStyle/>
        <a:p>
          <a:r>
            <a:rPr lang="en-US" dirty="0"/>
            <a:t>Accepts API requests</a:t>
          </a:r>
        </a:p>
      </dgm:t>
    </dgm:pt>
    <dgm:pt modelId="{AC1D5C27-41B6-4227-A8EF-6EFE84079FE6}" type="parTrans" cxnId="{7EA1F82D-F09B-4F3A-9400-F577C079166C}">
      <dgm:prSet/>
      <dgm:spPr/>
      <dgm:t>
        <a:bodyPr/>
        <a:lstStyle/>
        <a:p>
          <a:endParaRPr lang="en-US"/>
        </a:p>
      </dgm:t>
    </dgm:pt>
    <dgm:pt modelId="{69E7B8B6-8F51-4556-878A-08CEBFDC5D85}" type="sibTrans" cxnId="{7EA1F82D-F09B-4F3A-9400-F577C079166C}">
      <dgm:prSet/>
      <dgm:spPr/>
      <dgm:t>
        <a:bodyPr/>
        <a:lstStyle/>
        <a:p>
          <a:endParaRPr lang="en-US"/>
        </a:p>
      </dgm:t>
    </dgm:pt>
    <dgm:pt modelId="{F94A7209-5BC2-49E6-8CF1-730FECD09059}">
      <dgm:prSet/>
      <dgm:spPr/>
      <dgm:t>
        <a:bodyPr/>
        <a:lstStyle/>
        <a:p>
          <a:r>
            <a:rPr lang="en-US" dirty="0"/>
            <a:t>Queues and batches requests</a:t>
          </a:r>
        </a:p>
      </dgm:t>
    </dgm:pt>
    <dgm:pt modelId="{F02E17DC-5457-43D7-B7E8-FB0D970C881B}" type="parTrans" cxnId="{E99EC512-86A6-4AEC-8252-510C5260C263}">
      <dgm:prSet/>
      <dgm:spPr/>
      <dgm:t>
        <a:bodyPr/>
        <a:lstStyle/>
        <a:p>
          <a:endParaRPr lang="en-US"/>
        </a:p>
      </dgm:t>
    </dgm:pt>
    <dgm:pt modelId="{DF6EA6FB-B511-4D3F-844A-7AE7DE8FCA59}" type="sibTrans" cxnId="{E99EC512-86A6-4AEC-8252-510C5260C263}">
      <dgm:prSet/>
      <dgm:spPr/>
      <dgm:t>
        <a:bodyPr/>
        <a:lstStyle/>
        <a:p>
          <a:endParaRPr lang="en-US"/>
        </a:p>
      </dgm:t>
    </dgm:pt>
    <dgm:pt modelId="{1AAF7FBD-2373-4E45-854B-79D1A7A62763}">
      <dgm:prSet/>
      <dgm:spPr/>
      <dgm:t>
        <a:bodyPr/>
        <a:lstStyle/>
        <a:p>
          <a:r>
            <a:rPr lang="en-US" dirty="0"/>
            <a:t>Returns responses</a:t>
          </a:r>
        </a:p>
      </dgm:t>
    </dgm:pt>
    <dgm:pt modelId="{F6BDD02B-F6F8-4CB4-AA85-A235E91A8005}" type="parTrans" cxnId="{888519AA-6CB5-49E4-88DA-CC60F85D8E23}">
      <dgm:prSet/>
      <dgm:spPr/>
      <dgm:t>
        <a:bodyPr/>
        <a:lstStyle/>
        <a:p>
          <a:endParaRPr lang="en-US"/>
        </a:p>
      </dgm:t>
    </dgm:pt>
    <dgm:pt modelId="{119F199D-E52A-4BE3-9968-A360D56973E9}" type="sibTrans" cxnId="{888519AA-6CB5-49E4-88DA-CC60F85D8E23}">
      <dgm:prSet/>
      <dgm:spPr/>
      <dgm:t>
        <a:bodyPr/>
        <a:lstStyle/>
        <a:p>
          <a:endParaRPr lang="en-US"/>
        </a:p>
      </dgm:t>
    </dgm:pt>
    <dgm:pt modelId="{B52660D5-736B-4470-92C1-50FE9D897BF9}">
      <dgm:prSet/>
      <dgm:spPr/>
      <dgm:t>
        <a:bodyPr/>
        <a:lstStyle/>
        <a:p>
          <a:r>
            <a:rPr lang="en-US" b="1" dirty="0" err="1"/>
            <a:t>TensorRT</a:t>
          </a:r>
          <a:r>
            <a:rPr lang="en-US" b="1" dirty="0"/>
            <a:t>-LLM</a:t>
          </a:r>
        </a:p>
      </dgm:t>
    </dgm:pt>
    <dgm:pt modelId="{EF39D5AD-9427-425C-AD90-C4AACF0B2D01}" type="parTrans" cxnId="{EA076878-0D24-4638-A0DA-F822AF67A204}">
      <dgm:prSet/>
      <dgm:spPr/>
      <dgm:t>
        <a:bodyPr/>
        <a:lstStyle/>
        <a:p>
          <a:endParaRPr lang="en-US"/>
        </a:p>
      </dgm:t>
    </dgm:pt>
    <dgm:pt modelId="{F46FEA9F-8F65-468A-9BF9-D81588E734E1}" type="sibTrans" cxnId="{EA076878-0D24-4638-A0DA-F822AF67A204}">
      <dgm:prSet/>
      <dgm:spPr/>
      <dgm:t>
        <a:bodyPr/>
        <a:lstStyle/>
        <a:p>
          <a:endParaRPr lang="en-US"/>
        </a:p>
      </dgm:t>
    </dgm:pt>
    <dgm:pt modelId="{2955FA8A-588C-488D-B8BE-D811B4E3FA57}">
      <dgm:prSet/>
      <dgm:spPr/>
      <dgm:t>
        <a:bodyPr/>
        <a:lstStyle/>
        <a:p>
          <a:r>
            <a:rPr lang="en-US" dirty="0"/>
            <a:t>Optimizes model execution</a:t>
          </a:r>
        </a:p>
      </dgm:t>
    </dgm:pt>
    <dgm:pt modelId="{29C85B77-2B69-4974-A6C4-5573DCCF5DFC}" type="parTrans" cxnId="{2B234F56-157B-4DBD-B6C4-8CAEAE6AD0FF}">
      <dgm:prSet/>
      <dgm:spPr/>
      <dgm:t>
        <a:bodyPr/>
        <a:lstStyle/>
        <a:p>
          <a:endParaRPr lang="en-US"/>
        </a:p>
      </dgm:t>
    </dgm:pt>
    <dgm:pt modelId="{F42A29FC-9119-40B3-8F83-60A04CBE3303}" type="sibTrans" cxnId="{2B234F56-157B-4DBD-B6C4-8CAEAE6AD0FF}">
      <dgm:prSet/>
      <dgm:spPr/>
      <dgm:t>
        <a:bodyPr/>
        <a:lstStyle/>
        <a:p>
          <a:endParaRPr lang="en-US"/>
        </a:p>
      </dgm:t>
    </dgm:pt>
    <dgm:pt modelId="{44129073-6203-4101-A47A-C52327951129}">
      <dgm:prSet/>
      <dgm:spPr/>
      <dgm:t>
        <a:bodyPr/>
        <a:lstStyle/>
        <a:p>
          <a:r>
            <a:rPr lang="en-US" dirty="0"/>
            <a:t>Reduces latency</a:t>
          </a:r>
        </a:p>
      </dgm:t>
    </dgm:pt>
    <dgm:pt modelId="{9452A60B-B98D-4486-A951-C20512382E32}" type="parTrans" cxnId="{2F87E607-8EEA-4905-8B44-F0752A6C746C}">
      <dgm:prSet/>
      <dgm:spPr/>
      <dgm:t>
        <a:bodyPr/>
        <a:lstStyle/>
        <a:p>
          <a:endParaRPr lang="en-US"/>
        </a:p>
      </dgm:t>
    </dgm:pt>
    <dgm:pt modelId="{DFB101DF-B344-47A7-B6AA-8E078A7E9C27}" type="sibTrans" cxnId="{2F87E607-8EEA-4905-8B44-F0752A6C746C}">
      <dgm:prSet/>
      <dgm:spPr/>
      <dgm:t>
        <a:bodyPr/>
        <a:lstStyle/>
        <a:p>
          <a:endParaRPr lang="en-US"/>
        </a:p>
      </dgm:t>
    </dgm:pt>
    <dgm:pt modelId="{6BA97E88-953B-4DDB-B1EE-A725E490002A}">
      <dgm:prSet/>
      <dgm:spPr/>
      <dgm:t>
        <a:bodyPr/>
        <a:lstStyle/>
        <a:p>
          <a:r>
            <a:rPr lang="en-US" dirty="0"/>
            <a:t>Improves GPU efficiency</a:t>
          </a:r>
        </a:p>
      </dgm:t>
    </dgm:pt>
    <dgm:pt modelId="{F07AB9AD-1BE2-4B34-B43C-81D53D752602}" type="parTrans" cxnId="{DDA6227B-9083-4C61-9F89-5E01340A72D6}">
      <dgm:prSet/>
      <dgm:spPr/>
      <dgm:t>
        <a:bodyPr/>
        <a:lstStyle/>
        <a:p>
          <a:endParaRPr lang="en-US"/>
        </a:p>
      </dgm:t>
    </dgm:pt>
    <dgm:pt modelId="{F7D3E781-027D-4217-9660-885AD1272601}" type="sibTrans" cxnId="{DDA6227B-9083-4C61-9F89-5E01340A72D6}">
      <dgm:prSet/>
      <dgm:spPr/>
      <dgm:t>
        <a:bodyPr/>
        <a:lstStyle/>
        <a:p>
          <a:endParaRPr lang="en-US"/>
        </a:p>
      </dgm:t>
    </dgm:pt>
    <dgm:pt modelId="{6C4A4F07-3F3C-44BD-944E-0EF436283B1B}">
      <dgm:prSet/>
      <dgm:spPr/>
      <dgm:t>
        <a:bodyPr/>
        <a:lstStyle/>
        <a:p>
          <a:r>
            <a:rPr lang="en-US" b="1" dirty="0"/>
            <a:t>AI Model</a:t>
          </a:r>
        </a:p>
      </dgm:t>
    </dgm:pt>
    <dgm:pt modelId="{18F0651D-7BBA-4849-9920-61D5116DAE07}" type="parTrans" cxnId="{510EB513-5D33-49B0-B680-ACC2ACE4A17A}">
      <dgm:prSet/>
      <dgm:spPr/>
      <dgm:t>
        <a:bodyPr/>
        <a:lstStyle/>
        <a:p>
          <a:endParaRPr lang="en-US"/>
        </a:p>
      </dgm:t>
    </dgm:pt>
    <dgm:pt modelId="{0CB0A310-AED2-460C-BDF9-50E9C8D31E81}" type="sibTrans" cxnId="{510EB513-5D33-49B0-B680-ACC2ACE4A17A}">
      <dgm:prSet/>
      <dgm:spPr/>
      <dgm:t>
        <a:bodyPr/>
        <a:lstStyle/>
        <a:p>
          <a:endParaRPr lang="en-US"/>
        </a:p>
      </dgm:t>
    </dgm:pt>
    <dgm:pt modelId="{5E35EC69-4C30-4ECC-B73F-EC5F5ACDD887}">
      <dgm:prSet/>
      <dgm:spPr/>
      <dgm:t>
        <a:bodyPr/>
        <a:lstStyle/>
        <a:p>
          <a:r>
            <a:rPr lang="en-US" dirty="0"/>
            <a:t>Llama / Mistral / DeepSeek </a:t>
          </a:r>
        </a:p>
      </dgm:t>
    </dgm:pt>
    <dgm:pt modelId="{1C633BFD-20AC-4655-BA30-2EC510E23097}" type="parTrans" cxnId="{9DD3ECF7-8B43-4C67-A55C-5DEE66A7752A}">
      <dgm:prSet/>
      <dgm:spPr/>
      <dgm:t>
        <a:bodyPr/>
        <a:lstStyle/>
        <a:p>
          <a:endParaRPr lang="en-US"/>
        </a:p>
      </dgm:t>
    </dgm:pt>
    <dgm:pt modelId="{486A3945-DDA6-478B-93AA-CB315EFB2534}" type="sibTrans" cxnId="{9DD3ECF7-8B43-4C67-A55C-5DEE66A7752A}">
      <dgm:prSet/>
      <dgm:spPr/>
      <dgm:t>
        <a:bodyPr/>
        <a:lstStyle/>
        <a:p>
          <a:endParaRPr lang="en-US"/>
        </a:p>
      </dgm:t>
    </dgm:pt>
    <dgm:pt modelId="{1539B7C8-EF86-484F-BEA7-369F1725EE29}">
      <dgm:prSet/>
      <dgm:spPr/>
      <dgm:t>
        <a:bodyPr/>
        <a:lstStyle/>
        <a:p>
          <a:r>
            <a:rPr lang="en-US" dirty="0"/>
            <a:t>Generates the response </a:t>
          </a:r>
        </a:p>
      </dgm:t>
    </dgm:pt>
    <dgm:pt modelId="{990C0EF2-BB96-4094-88AE-8DFAFBAE54DC}" type="parTrans" cxnId="{C2239542-1D2E-4266-A719-C3906094541F}">
      <dgm:prSet/>
      <dgm:spPr/>
      <dgm:t>
        <a:bodyPr/>
        <a:lstStyle/>
        <a:p>
          <a:endParaRPr lang="en-US"/>
        </a:p>
      </dgm:t>
    </dgm:pt>
    <dgm:pt modelId="{9A512C3C-605F-4DB3-A58A-AC2AB1C90578}" type="sibTrans" cxnId="{C2239542-1D2E-4266-A719-C3906094541F}">
      <dgm:prSet/>
      <dgm:spPr/>
      <dgm:t>
        <a:bodyPr/>
        <a:lstStyle/>
        <a:p>
          <a:endParaRPr lang="en-US"/>
        </a:p>
      </dgm:t>
    </dgm:pt>
    <dgm:pt modelId="{83BA42F6-BCC6-4635-B658-7B69186AD5F3}">
      <dgm:prSet/>
      <dgm:spPr/>
      <dgm:t>
        <a:bodyPr/>
        <a:lstStyle/>
        <a:p>
          <a:r>
            <a:rPr lang="en-US" b="1" dirty="0"/>
            <a:t>CUDA Runtime</a:t>
          </a:r>
        </a:p>
      </dgm:t>
    </dgm:pt>
    <dgm:pt modelId="{B89C1704-A2EF-4810-8C04-9B313B1CD8C1}" type="parTrans" cxnId="{BD5DAE34-74E1-4DDD-8B83-DC191AC0DCE4}">
      <dgm:prSet/>
      <dgm:spPr/>
      <dgm:t>
        <a:bodyPr/>
        <a:lstStyle/>
        <a:p>
          <a:endParaRPr lang="en-US"/>
        </a:p>
      </dgm:t>
    </dgm:pt>
    <dgm:pt modelId="{3852761E-3077-4B31-B641-51D87C5B3BA6}" type="sibTrans" cxnId="{BD5DAE34-74E1-4DDD-8B83-DC191AC0DCE4}">
      <dgm:prSet/>
      <dgm:spPr/>
      <dgm:t>
        <a:bodyPr/>
        <a:lstStyle/>
        <a:p>
          <a:endParaRPr lang="en-US"/>
        </a:p>
      </dgm:t>
    </dgm:pt>
    <dgm:pt modelId="{899CA8DA-5293-4D82-BD03-7D943D9F9418}">
      <dgm:prSet/>
      <dgm:spPr/>
      <dgm:t>
        <a:bodyPr/>
        <a:lstStyle/>
        <a:p>
          <a:r>
            <a:rPr lang="en-US" dirty="0"/>
            <a:t>Enables computation on NVIDIA GPUs </a:t>
          </a:r>
        </a:p>
      </dgm:t>
    </dgm:pt>
    <dgm:pt modelId="{36F0871A-5A89-420A-929E-92F97329F187}" type="parTrans" cxnId="{5910BDFC-D6D2-425F-A2EF-04F15F4A7D59}">
      <dgm:prSet/>
      <dgm:spPr/>
      <dgm:t>
        <a:bodyPr/>
        <a:lstStyle/>
        <a:p>
          <a:endParaRPr lang="en-US"/>
        </a:p>
      </dgm:t>
    </dgm:pt>
    <dgm:pt modelId="{3FF3D11E-7679-4591-91F8-5CCE5DEAB2B8}" type="sibTrans" cxnId="{5910BDFC-D6D2-425F-A2EF-04F15F4A7D59}">
      <dgm:prSet/>
      <dgm:spPr/>
      <dgm:t>
        <a:bodyPr/>
        <a:lstStyle/>
        <a:p>
          <a:endParaRPr lang="en-US"/>
        </a:p>
      </dgm:t>
    </dgm:pt>
    <dgm:pt modelId="{E8109058-E8D6-413D-8E7A-379A5A814F21}">
      <dgm:prSet/>
      <dgm:spPr/>
      <dgm:t>
        <a:bodyPr/>
        <a:lstStyle/>
        <a:p>
          <a:endParaRPr lang="en-US" dirty="0"/>
        </a:p>
      </dgm:t>
    </dgm:pt>
    <dgm:pt modelId="{781E8634-D55F-40CD-A932-29898345513B}" type="parTrans" cxnId="{8C40BB94-2331-4D04-A956-7ABC25859E81}">
      <dgm:prSet/>
      <dgm:spPr/>
      <dgm:t>
        <a:bodyPr/>
        <a:lstStyle/>
        <a:p>
          <a:endParaRPr lang="en-US"/>
        </a:p>
      </dgm:t>
    </dgm:pt>
    <dgm:pt modelId="{43DCB470-AF69-4D9E-AB82-3C0834281D1E}" type="sibTrans" cxnId="{8C40BB94-2331-4D04-A956-7ABC25859E81}">
      <dgm:prSet/>
      <dgm:spPr/>
      <dgm:t>
        <a:bodyPr/>
        <a:lstStyle/>
        <a:p>
          <a:endParaRPr lang="en-US"/>
        </a:p>
      </dgm:t>
    </dgm:pt>
    <dgm:pt modelId="{98D997CB-D173-4E14-A817-610D8503CE05}" type="pres">
      <dgm:prSet presAssocID="{7347E327-2CEF-4C2F-97E3-A477CBE500CD}" presName="linear" presStyleCnt="0">
        <dgm:presLayoutVars>
          <dgm:dir/>
          <dgm:animLvl val="lvl"/>
          <dgm:resizeHandles val="exact"/>
        </dgm:presLayoutVars>
      </dgm:prSet>
      <dgm:spPr/>
    </dgm:pt>
    <dgm:pt modelId="{3844D379-E785-4593-A458-6C41D6B92AFA}" type="pres">
      <dgm:prSet presAssocID="{FDDE04CB-9759-4EC1-8C1F-5A71C6EB1784}" presName="parentLin" presStyleCnt="0"/>
      <dgm:spPr/>
    </dgm:pt>
    <dgm:pt modelId="{3A57A52E-B82E-41FA-AD59-ADF73567E327}" type="pres">
      <dgm:prSet presAssocID="{FDDE04CB-9759-4EC1-8C1F-5A71C6EB1784}" presName="parentLeftMargin" presStyleLbl="node1" presStyleIdx="0" presStyleCnt="3"/>
      <dgm:spPr/>
    </dgm:pt>
    <dgm:pt modelId="{06A337C7-4927-461C-9C9D-F601A6A4ECA9}" type="pres">
      <dgm:prSet presAssocID="{FDDE04CB-9759-4EC1-8C1F-5A71C6EB1784}" presName="parentText" presStyleLbl="node1" presStyleIdx="0" presStyleCnt="3" custLinFactNeighborY="83478">
        <dgm:presLayoutVars>
          <dgm:chMax val="0"/>
          <dgm:bulletEnabled val="1"/>
        </dgm:presLayoutVars>
      </dgm:prSet>
      <dgm:spPr/>
    </dgm:pt>
    <dgm:pt modelId="{21D21DCB-52CB-4C6F-B79F-1E28DB11C1CC}" type="pres">
      <dgm:prSet presAssocID="{FDDE04CB-9759-4EC1-8C1F-5A71C6EB1784}" presName="negativeSpace" presStyleCnt="0"/>
      <dgm:spPr/>
    </dgm:pt>
    <dgm:pt modelId="{8C9A4D71-B6B6-4A3C-A8BB-FFC1217719B8}" type="pres">
      <dgm:prSet presAssocID="{FDDE04CB-9759-4EC1-8C1F-5A71C6EB1784}" presName="childText" presStyleLbl="conFgAcc1" presStyleIdx="0" presStyleCnt="3" custLinFactY="76360" custLinFactNeighborY="100000">
        <dgm:presLayoutVars>
          <dgm:bulletEnabled val="1"/>
        </dgm:presLayoutVars>
      </dgm:prSet>
      <dgm:spPr/>
    </dgm:pt>
    <dgm:pt modelId="{7EE09338-4D27-4FA8-B7EE-5FB9109BF336}" type="pres">
      <dgm:prSet presAssocID="{E313C81E-E0A7-48F7-A2A9-DACD17BFCAD1}" presName="spaceBetweenRectangles" presStyleCnt="0"/>
      <dgm:spPr/>
    </dgm:pt>
    <dgm:pt modelId="{15E2E78A-BA6F-402C-AE49-7E74267E2DE4}" type="pres">
      <dgm:prSet presAssocID="{4678E4D9-96A8-41F6-A7F0-6C956CF71E8A}" presName="parentLin" presStyleCnt="0"/>
      <dgm:spPr/>
    </dgm:pt>
    <dgm:pt modelId="{5BCA1341-21FA-45C4-8F5F-0A68BEF6F2F8}" type="pres">
      <dgm:prSet presAssocID="{4678E4D9-96A8-41F6-A7F0-6C956CF71E8A}" presName="parentLeftMargin" presStyleLbl="node1" presStyleIdx="0" presStyleCnt="3"/>
      <dgm:spPr/>
    </dgm:pt>
    <dgm:pt modelId="{E9A153D6-12F4-4EE1-9E04-56B811B19F5F}" type="pres">
      <dgm:prSet presAssocID="{4678E4D9-96A8-41F6-A7F0-6C956CF71E8A}" presName="parentText" presStyleLbl="node1" presStyleIdx="1" presStyleCnt="3" custLinFactNeighborY="83478">
        <dgm:presLayoutVars>
          <dgm:chMax val="0"/>
          <dgm:bulletEnabled val="1"/>
        </dgm:presLayoutVars>
      </dgm:prSet>
      <dgm:spPr/>
    </dgm:pt>
    <dgm:pt modelId="{D7DE174E-818B-4D41-8C8E-88283A48B4CD}" type="pres">
      <dgm:prSet presAssocID="{4678E4D9-96A8-41F6-A7F0-6C956CF71E8A}" presName="negativeSpace" presStyleCnt="0"/>
      <dgm:spPr/>
    </dgm:pt>
    <dgm:pt modelId="{64BD2875-F2C7-46C1-A2B9-DD5F059CB097}" type="pres">
      <dgm:prSet presAssocID="{4678E4D9-96A8-41F6-A7F0-6C956CF71E8A}" presName="childText" presStyleLbl="conFgAcc1" presStyleIdx="1" presStyleCnt="3" custLinFactY="10181" custLinFactNeighborY="100000">
        <dgm:presLayoutVars>
          <dgm:bulletEnabled val="1"/>
        </dgm:presLayoutVars>
      </dgm:prSet>
      <dgm:spPr/>
    </dgm:pt>
    <dgm:pt modelId="{439A29A7-7C0B-40B8-838C-50772FB08B42}" type="pres">
      <dgm:prSet presAssocID="{F5BDC1F8-01F9-4391-8D42-539B56B3A92D}" presName="spaceBetweenRectangles" presStyleCnt="0"/>
      <dgm:spPr/>
    </dgm:pt>
    <dgm:pt modelId="{963FDACD-694E-486D-93FF-28B387965CBB}" type="pres">
      <dgm:prSet presAssocID="{D608A751-BCF2-4420-90E2-5339B4A851DB}" presName="parentLin" presStyleCnt="0"/>
      <dgm:spPr/>
    </dgm:pt>
    <dgm:pt modelId="{70EE4856-3BD9-4770-AC70-932D15AED819}" type="pres">
      <dgm:prSet presAssocID="{D608A751-BCF2-4420-90E2-5339B4A851DB}" presName="parentLeftMargin" presStyleLbl="node1" presStyleIdx="1" presStyleCnt="3"/>
      <dgm:spPr/>
    </dgm:pt>
    <dgm:pt modelId="{519FA498-9646-4891-9D8C-4605438A35FA}" type="pres">
      <dgm:prSet presAssocID="{D608A751-BCF2-4420-90E2-5339B4A851DB}" presName="parentText" presStyleLbl="node1" presStyleIdx="2" presStyleCnt="3" custLinFactNeighborX="1200" custLinFactNeighborY="28215">
        <dgm:presLayoutVars>
          <dgm:chMax val="0"/>
          <dgm:bulletEnabled val="1"/>
        </dgm:presLayoutVars>
      </dgm:prSet>
      <dgm:spPr/>
    </dgm:pt>
    <dgm:pt modelId="{C0E5C9F8-69DF-4F4E-A3F8-F226CFECCEB2}" type="pres">
      <dgm:prSet presAssocID="{D608A751-BCF2-4420-90E2-5339B4A851DB}" presName="negativeSpace" presStyleCnt="0"/>
      <dgm:spPr/>
    </dgm:pt>
    <dgm:pt modelId="{75160E0B-E2A0-4057-9BBE-7F2526EDC400}" type="pres">
      <dgm:prSet presAssocID="{D608A751-BCF2-4420-90E2-5339B4A851DB}" presName="childText" presStyleLbl="conFgAcc1" presStyleIdx="2" presStyleCnt="3" custLinFactY="19243" custLinFactNeighborX="225" custLinFactNeighborY="100000">
        <dgm:presLayoutVars>
          <dgm:bulletEnabled val="1"/>
        </dgm:presLayoutVars>
      </dgm:prSet>
      <dgm:spPr/>
    </dgm:pt>
  </dgm:ptLst>
  <dgm:cxnLst>
    <dgm:cxn modelId="{874BDE00-AE88-44DA-AB69-C8E6A76986F4}" srcId="{4678E4D9-96A8-41F6-A7F0-6C956CF71E8A}" destId="{F1CAFA6D-4B1E-4174-B959-4C5D027826A2}" srcOrd="0" destOrd="0" parTransId="{10F593AF-794A-42F0-B5ED-A95AB64B763D}" sibTransId="{F7EDCF3A-280E-47E2-850C-652D01C0E09D}"/>
    <dgm:cxn modelId="{2F87E607-8EEA-4905-8B44-F0752A6C746C}" srcId="{B52660D5-736B-4470-92C1-50FE9D897BF9}" destId="{44129073-6203-4101-A47A-C52327951129}" srcOrd="1" destOrd="0" parTransId="{9452A60B-B98D-4486-A951-C20512382E32}" sibTransId="{DFB101DF-B344-47A7-B6AA-8E078A7E9C27}"/>
    <dgm:cxn modelId="{C991CF08-A38B-495F-8766-A6922D3ED42F}" srcId="{7347E327-2CEF-4C2F-97E3-A477CBE500CD}" destId="{4678E4D9-96A8-41F6-A7F0-6C956CF71E8A}" srcOrd="1" destOrd="0" parTransId="{AD3797FA-C0B4-46CE-BB38-8345D59DC6E9}" sibTransId="{F5BDC1F8-01F9-4391-8D42-539B56B3A92D}"/>
    <dgm:cxn modelId="{687BB809-3B6C-4642-B567-1DB3AB869D40}" type="presOf" srcId="{D608A751-BCF2-4420-90E2-5339B4A851DB}" destId="{519FA498-9646-4891-9D8C-4605438A35FA}" srcOrd="1" destOrd="0" presId="urn:microsoft.com/office/officeart/2005/8/layout/list1"/>
    <dgm:cxn modelId="{1FEC3F11-67B4-4B9E-B8EB-15B560A1098A}" type="presOf" srcId="{1AAF7FBD-2373-4E45-854B-79D1A7A62763}" destId="{64BD2875-F2C7-46C1-A2B9-DD5F059CB097}" srcOrd="0" destOrd="3" presId="urn:microsoft.com/office/officeart/2005/8/layout/list1"/>
    <dgm:cxn modelId="{E99EC512-86A6-4AEC-8252-510C5260C263}" srcId="{F1CAFA6D-4B1E-4174-B959-4C5D027826A2}" destId="{F94A7209-5BC2-49E6-8CF1-730FECD09059}" srcOrd="1" destOrd="0" parTransId="{F02E17DC-5457-43D7-B7E8-FB0D970C881B}" sibTransId="{DF6EA6FB-B511-4D3F-844A-7AE7DE8FCA59}"/>
    <dgm:cxn modelId="{F5411113-1874-444E-AC13-CDBD8A1951D0}" type="presOf" srcId="{E8109058-E8D6-413D-8E7A-379A5A814F21}" destId="{64BD2875-F2C7-46C1-A2B9-DD5F059CB097}" srcOrd="0" destOrd="13" presId="urn:microsoft.com/office/officeart/2005/8/layout/list1"/>
    <dgm:cxn modelId="{510EB513-5D33-49B0-B680-ACC2ACE4A17A}" srcId="{4678E4D9-96A8-41F6-A7F0-6C956CF71E8A}" destId="{6C4A4F07-3F3C-44BD-944E-0EF436283B1B}" srcOrd="2" destOrd="0" parTransId="{18F0651D-7BBA-4849-9920-61D5116DAE07}" sibTransId="{0CB0A310-AED2-460C-BDF9-50E9C8D31E81}"/>
    <dgm:cxn modelId="{6E88F715-3E86-4844-988B-FECF568D8E1B}" type="presOf" srcId="{D608A751-BCF2-4420-90E2-5339B4A851DB}" destId="{70EE4856-3BD9-4770-AC70-932D15AED819}" srcOrd="0" destOrd="0" presId="urn:microsoft.com/office/officeart/2005/8/layout/list1"/>
    <dgm:cxn modelId="{D957541C-A8E6-46F4-B7D6-B5FB357B3EC3}" type="presOf" srcId="{FDDE04CB-9759-4EC1-8C1F-5A71C6EB1784}" destId="{06A337C7-4927-461C-9C9D-F601A6A4ECA9}" srcOrd="1" destOrd="0" presId="urn:microsoft.com/office/officeart/2005/8/layout/list1"/>
    <dgm:cxn modelId="{A4BC862D-DB8A-4DFA-95DC-B9B9DF4A3551}" srcId="{7347E327-2CEF-4C2F-97E3-A477CBE500CD}" destId="{D608A751-BCF2-4420-90E2-5339B4A851DB}" srcOrd="2" destOrd="0" parTransId="{6033CA3B-6798-46B9-BE2F-0D9B75799EAF}" sibTransId="{98E60897-705C-4843-A34A-ABE49D7F96CF}"/>
    <dgm:cxn modelId="{7EA1F82D-F09B-4F3A-9400-F577C079166C}" srcId="{F1CAFA6D-4B1E-4174-B959-4C5D027826A2}" destId="{47861944-8AA0-4026-AAEA-76078D3533C5}" srcOrd="0" destOrd="0" parTransId="{AC1D5C27-41B6-4227-A8EF-6EFE84079FE6}" sibTransId="{69E7B8B6-8F51-4556-878A-08CEBFDC5D85}"/>
    <dgm:cxn modelId="{BD5DAE34-74E1-4DDD-8B83-DC191AC0DCE4}" srcId="{4678E4D9-96A8-41F6-A7F0-6C956CF71E8A}" destId="{83BA42F6-BCC6-4635-B658-7B69186AD5F3}" srcOrd="3" destOrd="0" parTransId="{B89C1704-A2EF-4810-8C04-9B313B1CD8C1}" sibTransId="{3852761E-3077-4B31-B641-51D87C5B3BA6}"/>
    <dgm:cxn modelId="{E5DF9939-061F-42A3-A019-FE7F63D7E27E}" type="presOf" srcId="{5E35EC69-4C30-4ECC-B73F-EC5F5ACDD887}" destId="{64BD2875-F2C7-46C1-A2B9-DD5F059CB097}" srcOrd="0" destOrd="9" presId="urn:microsoft.com/office/officeart/2005/8/layout/list1"/>
    <dgm:cxn modelId="{1FFDBB5B-6CDD-45EE-807D-8FDDCD86F0E5}" type="presOf" srcId="{6BA97E88-953B-4DDB-B1EE-A725E490002A}" destId="{64BD2875-F2C7-46C1-A2B9-DD5F059CB097}" srcOrd="0" destOrd="7" presId="urn:microsoft.com/office/officeart/2005/8/layout/list1"/>
    <dgm:cxn modelId="{C2239542-1D2E-4266-A719-C3906094541F}" srcId="{6C4A4F07-3F3C-44BD-944E-0EF436283B1B}" destId="{1539B7C8-EF86-484F-BEA7-369F1725EE29}" srcOrd="1" destOrd="0" parTransId="{990C0EF2-BB96-4094-88AE-8DFAFBAE54DC}" sibTransId="{9A512C3C-605F-4DB3-A58A-AC2AB1C90578}"/>
    <dgm:cxn modelId="{3CCB426A-653C-4745-8C93-C17EFB515FB1}" type="presOf" srcId="{FDDE04CB-9759-4EC1-8C1F-5A71C6EB1784}" destId="{3A57A52E-B82E-41FA-AD59-ADF73567E327}" srcOrd="0" destOrd="0" presId="urn:microsoft.com/office/officeart/2005/8/layout/list1"/>
    <dgm:cxn modelId="{7A32D56A-D446-49FE-B686-D3416E57CA74}" type="presOf" srcId="{B52660D5-736B-4470-92C1-50FE9D897BF9}" destId="{64BD2875-F2C7-46C1-A2B9-DD5F059CB097}" srcOrd="0" destOrd="4" presId="urn:microsoft.com/office/officeart/2005/8/layout/list1"/>
    <dgm:cxn modelId="{6ED0074B-D6F8-4F19-96AC-71ECF4D6E34E}" type="presOf" srcId="{2955FA8A-588C-488D-B8BE-D811B4E3FA57}" destId="{64BD2875-F2C7-46C1-A2B9-DD5F059CB097}" srcOrd="0" destOrd="5" presId="urn:microsoft.com/office/officeart/2005/8/layout/list1"/>
    <dgm:cxn modelId="{661D7673-28DE-43AD-87A1-10B36BAEF6A2}" type="presOf" srcId="{44129073-6203-4101-A47A-C52327951129}" destId="{64BD2875-F2C7-46C1-A2B9-DD5F059CB097}" srcOrd="0" destOrd="6" presId="urn:microsoft.com/office/officeart/2005/8/layout/list1"/>
    <dgm:cxn modelId="{89F08454-F8D4-4321-9FAE-D6B727DA011A}" type="presOf" srcId="{4678E4D9-96A8-41F6-A7F0-6C956CF71E8A}" destId="{5BCA1341-21FA-45C4-8F5F-0A68BEF6F2F8}" srcOrd="0" destOrd="0" presId="urn:microsoft.com/office/officeart/2005/8/layout/list1"/>
    <dgm:cxn modelId="{2B234F56-157B-4DBD-B6C4-8CAEAE6AD0FF}" srcId="{B52660D5-736B-4470-92C1-50FE9D897BF9}" destId="{2955FA8A-588C-488D-B8BE-D811B4E3FA57}" srcOrd="0" destOrd="0" parTransId="{29C85B77-2B69-4974-A6C4-5573DCCF5DFC}" sibTransId="{F42A29FC-9119-40B3-8F83-60A04CBE3303}"/>
    <dgm:cxn modelId="{F5F88C57-1C04-4A0B-8568-BE72C31699F1}" type="presOf" srcId="{4678E4D9-96A8-41F6-A7F0-6C956CF71E8A}" destId="{E9A153D6-12F4-4EE1-9E04-56B811B19F5F}" srcOrd="1" destOrd="0" presId="urn:microsoft.com/office/officeart/2005/8/layout/list1"/>
    <dgm:cxn modelId="{EA076878-0D24-4638-A0DA-F822AF67A204}" srcId="{4678E4D9-96A8-41F6-A7F0-6C956CF71E8A}" destId="{B52660D5-736B-4470-92C1-50FE9D897BF9}" srcOrd="1" destOrd="0" parTransId="{EF39D5AD-9427-425C-AD90-C4AACF0B2D01}" sibTransId="{F46FEA9F-8F65-468A-9BF9-D81588E734E1}"/>
    <dgm:cxn modelId="{DDA6227B-9083-4C61-9F89-5E01340A72D6}" srcId="{B52660D5-736B-4470-92C1-50FE9D897BF9}" destId="{6BA97E88-953B-4DDB-B1EE-A725E490002A}" srcOrd="2" destOrd="0" parTransId="{F07AB9AD-1BE2-4B34-B43C-81D53D752602}" sibTransId="{F7D3E781-027D-4217-9660-885AD1272601}"/>
    <dgm:cxn modelId="{90B6F385-23A9-49ED-BC1E-DC8D384C35D6}" type="presOf" srcId="{F1CAFA6D-4B1E-4174-B959-4C5D027826A2}" destId="{64BD2875-F2C7-46C1-A2B9-DD5F059CB097}" srcOrd="0" destOrd="0" presId="urn:microsoft.com/office/officeart/2005/8/layout/list1"/>
    <dgm:cxn modelId="{A038A08D-A677-4885-B23A-CBFC19B457EF}" type="presOf" srcId="{6C4A4F07-3F3C-44BD-944E-0EF436283B1B}" destId="{64BD2875-F2C7-46C1-A2B9-DD5F059CB097}" srcOrd="0" destOrd="8" presId="urn:microsoft.com/office/officeart/2005/8/layout/list1"/>
    <dgm:cxn modelId="{F1788B8E-5636-4770-B681-1455DE215A7A}" type="presOf" srcId="{7347E327-2CEF-4C2F-97E3-A477CBE500CD}" destId="{98D997CB-D173-4E14-A817-610D8503CE05}" srcOrd="0" destOrd="0" presId="urn:microsoft.com/office/officeart/2005/8/layout/list1"/>
    <dgm:cxn modelId="{910F5C92-D3B4-47DD-BD4C-8F4F68C3416B}" type="presOf" srcId="{1539B7C8-EF86-484F-BEA7-369F1725EE29}" destId="{64BD2875-F2C7-46C1-A2B9-DD5F059CB097}" srcOrd="0" destOrd="10" presId="urn:microsoft.com/office/officeart/2005/8/layout/list1"/>
    <dgm:cxn modelId="{8C40BB94-2331-4D04-A956-7ABC25859E81}" srcId="{83BA42F6-BCC6-4635-B658-7B69186AD5F3}" destId="{E8109058-E8D6-413D-8E7A-379A5A814F21}" srcOrd="1" destOrd="0" parTransId="{781E8634-D55F-40CD-A932-29898345513B}" sibTransId="{43DCB470-AF69-4D9E-AB82-3C0834281D1E}"/>
    <dgm:cxn modelId="{F60DF399-B375-4909-AA7F-E0F36239053E}" type="presOf" srcId="{83BA42F6-BCC6-4635-B658-7B69186AD5F3}" destId="{64BD2875-F2C7-46C1-A2B9-DD5F059CB097}" srcOrd="0" destOrd="11" presId="urn:microsoft.com/office/officeart/2005/8/layout/list1"/>
    <dgm:cxn modelId="{1AA9B79C-7500-41E5-A902-CF8BDFFB52DF}" type="presOf" srcId="{47861944-8AA0-4026-AAEA-76078D3533C5}" destId="{64BD2875-F2C7-46C1-A2B9-DD5F059CB097}" srcOrd="0" destOrd="1" presId="urn:microsoft.com/office/officeart/2005/8/layout/list1"/>
    <dgm:cxn modelId="{15077EA3-D66E-48A1-A08A-8C7D3578FB4E}" type="presOf" srcId="{F94A7209-5BC2-49E6-8CF1-730FECD09059}" destId="{64BD2875-F2C7-46C1-A2B9-DD5F059CB097}" srcOrd="0" destOrd="2" presId="urn:microsoft.com/office/officeart/2005/8/layout/list1"/>
    <dgm:cxn modelId="{888519AA-6CB5-49E4-88DA-CC60F85D8E23}" srcId="{F1CAFA6D-4B1E-4174-B959-4C5D027826A2}" destId="{1AAF7FBD-2373-4E45-854B-79D1A7A62763}" srcOrd="2" destOrd="0" parTransId="{F6BDD02B-F6F8-4CB4-AA85-A235E91A8005}" sibTransId="{119F199D-E52A-4BE3-9968-A360D56973E9}"/>
    <dgm:cxn modelId="{451307C7-3698-415D-8518-DC0B1E5D95EE}" type="presOf" srcId="{899CA8DA-5293-4D82-BD03-7D943D9F9418}" destId="{64BD2875-F2C7-46C1-A2B9-DD5F059CB097}" srcOrd="0" destOrd="12" presId="urn:microsoft.com/office/officeart/2005/8/layout/list1"/>
    <dgm:cxn modelId="{3AF6F0D6-D786-41E6-9EA9-D6C6668DBDE1}" srcId="{7347E327-2CEF-4C2F-97E3-A477CBE500CD}" destId="{FDDE04CB-9759-4EC1-8C1F-5A71C6EB1784}" srcOrd="0" destOrd="0" parTransId="{2A777D6B-F50D-41C5-B16B-1A50CD35C88C}" sibTransId="{E313C81E-E0A7-48F7-A2A9-DACD17BFCAD1}"/>
    <dgm:cxn modelId="{9DD3ECF7-8B43-4C67-A55C-5DEE66A7752A}" srcId="{6C4A4F07-3F3C-44BD-944E-0EF436283B1B}" destId="{5E35EC69-4C30-4ECC-B73F-EC5F5ACDD887}" srcOrd="0" destOrd="0" parTransId="{1C633BFD-20AC-4655-BA30-2EC510E23097}" sibTransId="{486A3945-DDA6-478B-93AA-CB315EFB2534}"/>
    <dgm:cxn modelId="{5910BDFC-D6D2-425F-A2EF-04F15F4A7D59}" srcId="{83BA42F6-BCC6-4635-B658-7B69186AD5F3}" destId="{899CA8DA-5293-4D82-BD03-7D943D9F9418}" srcOrd="0" destOrd="0" parTransId="{36F0871A-5A89-420A-929E-92F97329F187}" sibTransId="{3FF3D11E-7679-4591-91F8-5CCE5DEAB2B8}"/>
    <dgm:cxn modelId="{AEF41E26-CC16-45B8-A10B-C861CB8D9C52}" type="presParOf" srcId="{98D997CB-D173-4E14-A817-610D8503CE05}" destId="{3844D379-E785-4593-A458-6C41D6B92AFA}" srcOrd="0" destOrd="0" presId="urn:microsoft.com/office/officeart/2005/8/layout/list1"/>
    <dgm:cxn modelId="{62E40225-3E09-4548-8C84-F483EC2493BF}" type="presParOf" srcId="{3844D379-E785-4593-A458-6C41D6B92AFA}" destId="{3A57A52E-B82E-41FA-AD59-ADF73567E327}" srcOrd="0" destOrd="0" presId="urn:microsoft.com/office/officeart/2005/8/layout/list1"/>
    <dgm:cxn modelId="{431C9811-4FD5-403B-97B1-FC776BCDF86C}" type="presParOf" srcId="{3844D379-E785-4593-A458-6C41D6B92AFA}" destId="{06A337C7-4927-461C-9C9D-F601A6A4ECA9}" srcOrd="1" destOrd="0" presId="urn:microsoft.com/office/officeart/2005/8/layout/list1"/>
    <dgm:cxn modelId="{CFA74AA8-9CF8-4488-A6CC-2364A2D5F5A1}" type="presParOf" srcId="{98D997CB-D173-4E14-A817-610D8503CE05}" destId="{21D21DCB-52CB-4C6F-B79F-1E28DB11C1CC}" srcOrd="1" destOrd="0" presId="urn:microsoft.com/office/officeart/2005/8/layout/list1"/>
    <dgm:cxn modelId="{8A08BC44-80E8-4006-8FD2-74A5EDDAF8C8}" type="presParOf" srcId="{98D997CB-D173-4E14-A817-610D8503CE05}" destId="{8C9A4D71-B6B6-4A3C-A8BB-FFC1217719B8}" srcOrd="2" destOrd="0" presId="urn:microsoft.com/office/officeart/2005/8/layout/list1"/>
    <dgm:cxn modelId="{B6306990-C54D-4930-BBD0-9CF9332040C6}" type="presParOf" srcId="{98D997CB-D173-4E14-A817-610D8503CE05}" destId="{7EE09338-4D27-4FA8-B7EE-5FB9109BF336}" srcOrd="3" destOrd="0" presId="urn:microsoft.com/office/officeart/2005/8/layout/list1"/>
    <dgm:cxn modelId="{81EDE0B1-0D90-4524-9126-C85A932A2A90}" type="presParOf" srcId="{98D997CB-D173-4E14-A817-610D8503CE05}" destId="{15E2E78A-BA6F-402C-AE49-7E74267E2DE4}" srcOrd="4" destOrd="0" presId="urn:microsoft.com/office/officeart/2005/8/layout/list1"/>
    <dgm:cxn modelId="{AB2800FF-2AF7-4D49-AB09-B41911B855DC}" type="presParOf" srcId="{15E2E78A-BA6F-402C-AE49-7E74267E2DE4}" destId="{5BCA1341-21FA-45C4-8F5F-0A68BEF6F2F8}" srcOrd="0" destOrd="0" presId="urn:microsoft.com/office/officeart/2005/8/layout/list1"/>
    <dgm:cxn modelId="{FC361D92-5B7F-4378-B270-627C27D536C3}" type="presParOf" srcId="{15E2E78A-BA6F-402C-AE49-7E74267E2DE4}" destId="{E9A153D6-12F4-4EE1-9E04-56B811B19F5F}" srcOrd="1" destOrd="0" presId="urn:microsoft.com/office/officeart/2005/8/layout/list1"/>
    <dgm:cxn modelId="{F02177FC-D05C-41EB-95A6-5833727FCDC0}" type="presParOf" srcId="{98D997CB-D173-4E14-A817-610D8503CE05}" destId="{D7DE174E-818B-4D41-8C8E-88283A48B4CD}" srcOrd="5" destOrd="0" presId="urn:microsoft.com/office/officeart/2005/8/layout/list1"/>
    <dgm:cxn modelId="{DDF9277C-9D41-4CF2-BCE9-D03EB7581096}" type="presParOf" srcId="{98D997CB-D173-4E14-A817-610D8503CE05}" destId="{64BD2875-F2C7-46C1-A2B9-DD5F059CB097}" srcOrd="6" destOrd="0" presId="urn:microsoft.com/office/officeart/2005/8/layout/list1"/>
    <dgm:cxn modelId="{CB014C38-44DC-425B-9780-C52D30AE11A6}" type="presParOf" srcId="{98D997CB-D173-4E14-A817-610D8503CE05}" destId="{439A29A7-7C0B-40B8-838C-50772FB08B42}" srcOrd="7" destOrd="0" presId="urn:microsoft.com/office/officeart/2005/8/layout/list1"/>
    <dgm:cxn modelId="{C5E7C7CC-8741-40D3-89C1-C560009E22C1}" type="presParOf" srcId="{98D997CB-D173-4E14-A817-610D8503CE05}" destId="{963FDACD-694E-486D-93FF-28B387965CBB}" srcOrd="8" destOrd="0" presId="urn:microsoft.com/office/officeart/2005/8/layout/list1"/>
    <dgm:cxn modelId="{29276260-0D82-4281-81CD-5B41C490864B}" type="presParOf" srcId="{963FDACD-694E-486D-93FF-28B387965CBB}" destId="{70EE4856-3BD9-4770-AC70-932D15AED819}" srcOrd="0" destOrd="0" presId="urn:microsoft.com/office/officeart/2005/8/layout/list1"/>
    <dgm:cxn modelId="{E802EB17-CBFE-4C13-BF44-81053AC70F72}" type="presParOf" srcId="{963FDACD-694E-486D-93FF-28B387965CBB}" destId="{519FA498-9646-4891-9D8C-4605438A35FA}" srcOrd="1" destOrd="0" presId="urn:microsoft.com/office/officeart/2005/8/layout/list1"/>
    <dgm:cxn modelId="{DA952E3D-A89D-458E-804A-1CE45258B749}" type="presParOf" srcId="{98D997CB-D173-4E14-A817-610D8503CE05}" destId="{C0E5C9F8-69DF-4F4E-A3F8-F226CFECCEB2}" srcOrd="9" destOrd="0" presId="urn:microsoft.com/office/officeart/2005/8/layout/list1"/>
    <dgm:cxn modelId="{DF769676-32B7-4A58-A3D6-5864004F48FA}" type="presParOf" srcId="{98D997CB-D173-4E14-A817-610D8503CE05}" destId="{75160E0B-E2A0-4057-9BBE-7F2526EDC400}"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DFA0E8-0D5F-4D8E-9C93-2E1BA6B6F34B}">
      <dsp:nvSpPr>
        <dsp:cNvPr id="0" name=""/>
        <dsp:cNvSpPr/>
      </dsp:nvSpPr>
      <dsp:spPr>
        <a:xfrm>
          <a:off x="0" y="170336"/>
          <a:ext cx="2944735" cy="252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1DC1E6F-D0E7-4E2B-9161-4C1BCBA30084}">
      <dsp:nvSpPr>
        <dsp:cNvPr id="0" name=""/>
        <dsp:cNvSpPr/>
      </dsp:nvSpPr>
      <dsp:spPr>
        <a:xfrm>
          <a:off x="147236" y="22736"/>
          <a:ext cx="2061314" cy="2952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7913" tIns="0" rIns="77913" bIns="0" numCol="1" spcCol="1270" anchor="ctr" anchorCtr="0">
          <a:noAutofit/>
        </a:bodyPr>
        <a:lstStyle/>
        <a:p>
          <a:pPr marL="0" lvl="0" indent="0" algn="l" defTabSz="622300">
            <a:lnSpc>
              <a:spcPct val="90000"/>
            </a:lnSpc>
            <a:spcBef>
              <a:spcPct val="0"/>
            </a:spcBef>
            <a:spcAft>
              <a:spcPct val="35000"/>
            </a:spcAft>
            <a:buNone/>
          </a:pPr>
          <a:r>
            <a:rPr lang="en-US" sz="1400" kern="1200" dirty="0"/>
            <a:t>Download Model</a:t>
          </a:r>
        </a:p>
      </dsp:txBody>
      <dsp:txXfrm>
        <a:off x="161646" y="37146"/>
        <a:ext cx="2032494" cy="266380"/>
      </dsp:txXfrm>
    </dsp:sp>
    <dsp:sp modelId="{F8222EC1-78FB-4691-9879-C2EC0A9419BF}">
      <dsp:nvSpPr>
        <dsp:cNvPr id="0" name=""/>
        <dsp:cNvSpPr/>
      </dsp:nvSpPr>
      <dsp:spPr>
        <a:xfrm>
          <a:off x="0" y="623936"/>
          <a:ext cx="2944735" cy="252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C8B0E5C-AE4A-462B-B38A-E8E312CD79CE}">
      <dsp:nvSpPr>
        <dsp:cNvPr id="0" name=""/>
        <dsp:cNvSpPr/>
      </dsp:nvSpPr>
      <dsp:spPr>
        <a:xfrm>
          <a:off x="147236" y="476336"/>
          <a:ext cx="2061314" cy="2952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7913" tIns="0" rIns="77913" bIns="0" numCol="1" spcCol="1270" anchor="ctr" anchorCtr="0">
          <a:noAutofit/>
        </a:bodyPr>
        <a:lstStyle/>
        <a:p>
          <a:pPr marL="0" lvl="0" indent="0" algn="l" defTabSz="622300">
            <a:lnSpc>
              <a:spcPct val="90000"/>
            </a:lnSpc>
            <a:spcBef>
              <a:spcPct val="0"/>
            </a:spcBef>
            <a:spcAft>
              <a:spcPct val="35000"/>
            </a:spcAft>
            <a:buNone/>
          </a:pPr>
          <a:r>
            <a:rPr lang="en-US" sz="1400" kern="1200" dirty="0"/>
            <a:t>Install dependencies</a:t>
          </a:r>
        </a:p>
      </dsp:txBody>
      <dsp:txXfrm>
        <a:off x="161646" y="490746"/>
        <a:ext cx="2032494" cy="266380"/>
      </dsp:txXfrm>
    </dsp:sp>
    <dsp:sp modelId="{4733C576-46B0-4054-AE44-F3754D91232E}">
      <dsp:nvSpPr>
        <dsp:cNvPr id="0" name=""/>
        <dsp:cNvSpPr/>
      </dsp:nvSpPr>
      <dsp:spPr>
        <a:xfrm>
          <a:off x="0" y="1077536"/>
          <a:ext cx="2944735" cy="252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544" tIns="208280" rIns="228544" bIns="71120" numCol="1" spcCol="1270" anchor="t" anchorCtr="0">
          <a:noAutofit/>
        </a:bodyPr>
        <a:lstStyle/>
        <a:p>
          <a:pPr marL="57150" lvl="1" indent="-57150" algn="l" defTabSz="444500">
            <a:lnSpc>
              <a:spcPct val="90000"/>
            </a:lnSpc>
            <a:spcBef>
              <a:spcPct val="0"/>
            </a:spcBef>
            <a:spcAft>
              <a:spcPct val="15000"/>
            </a:spcAft>
            <a:buChar char="•"/>
          </a:pPr>
          <a:endParaRPr lang="en-US" sz="1000" kern="1200" dirty="0"/>
        </a:p>
      </dsp:txBody>
      <dsp:txXfrm>
        <a:off x="0" y="1077536"/>
        <a:ext cx="2944735" cy="252000"/>
      </dsp:txXfrm>
    </dsp:sp>
    <dsp:sp modelId="{2CE33EAB-81F2-4999-B487-144B9F8071C6}">
      <dsp:nvSpPr>
        <dsp:cNvPr id="0" name=""/>
        <dsp:cNvSpPr/>
      </dsp:nvSpPr>
      <dsp:spPr>
        <a:xfrm>
          <a:off x="147236" y="929936"/>
          <a:ext cx="2061314" cy="2952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7913" tIns="0" rIns="77913" bIns="0" numCol="1" spcCol="1270" anchor="ctr" anchorCtr="0">
          <a:noAutofit/>
        </a:bodyPr>
        <a:lstStyle/>
        <a:p>
          <a:pPr marL="0" lvl="0" indent="0" algn="l" defTabSz="622300">
            <a:lnSpc>
              <a:spcPct val="90000"/>
            </a:lnSpc>
            <a:spcBef>
              <a:spcPct val="0"/>
            </a:spcBef>
            <a:spcAft>
              <a:spcPct val="35000"/>
            </a:spcAft>
            <a:buNone/>
          </a:pPr>
          <a:r>
            <a:rPr lang="en-US" sz="1400" kern="1200" dirty="0"/>
            <a:t>Configure GPU</a:t>
          </a:r>
        </a:p>
      </dsp:txBody>
      <dsp:txXfrm>
        <a:off x="161646" y="944346"/>
        <a:ext cx="2032494" cy="266380"/>
      </dsp:txXfrm>
    </dsp:sp>
    <dsp:sp modelId="{21E6A52A-0D73-4A7F-B80C-0D4EF0332808}">
      <dsp:nvSpPr>
        <dsp:cNvPr id="0" name=""/>
        <dsp:cNvSpPr/>
      </dsp:nvSpPr>
      <dsp:spPr>
        <a:xfrm>
          <a:off x="0" y="1531136"/>
          <a:ext cx="2944735" cy="252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7D41E6F-8669-413B-95DC-B94A2D941233}">
      <dsp:nvSpPr>
        <dsp:cNvPr id="0" name=""/>
        <dsp:cNvSpPr/>
      </dsp:nvSpPr>
      <dsp:spPr>
        <a:xfrm>
          <a:off x="147236" y="1383536"/>
          <a:ext cx="2061314" cy="2952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7913" tIns="0" rIns="77913" bIns="0" numCol="1" spcCol="1270" anchor="ctr" anchorCtr="0">
          <a:noAutofit/>
        </a:bodyPr>
        <a:lstStyle/>
        <a:p>
          <a:pPr marL="0" lvl="0" indent="0" algn="l" defTabSz="622300">
            <a:lnSpc>
              <a:spcPct val="90000"/>
            </a:lnSpc>
            <a:spcBef>
              <a:spcPct val="0"/>
            </a:spcBef>
            <a:spcAft>
              <a:spcPct val="35000"/>
            </a:spcAft>
            <a:buNone/>
          </a:pPr>
          <a:r>
            <a:rPr lang="en-US" sz="1400" kern="1200" dirty="0"/>
            <a:t>Optimize Performance</a:t>
          </a:r>
        </a:p>
      </dsp:txBody>
      <dsp:txXfrm>
        <a:off x="161646" y="1397946"/>
        <a:ext cx="2032494" cy="266380"/>
      </dsp:txXfrm>
    </dsp:sp>
    <dsp:sp modelId="{3A6F3F62-B7E5-468F-A98E-B75DCC762FD2}">
      <dsp:nvSpPr>
        <dsp:cNvPr id="0" name=""/>
        <dsp:cNvSpPr/>
      </dsp:nvSpPr>
      <dsp:spPr>
        <a:xfrm>
          <a:off x="0" y="1984736"/>
          <a:ext cx="2944735" cy="252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F31E94E-F5CA-4B21-8CE9-1B68B411344C}">
      <dsp:nvSpPr>
        <dsp:cNvPr id="0" name=""/>
        <dsp:cNvSpPr/>
      </dsp:nvSpPr>
      <dsp:spPr>
        <a:xfrm>
          <a:off x="147236" y="1837136"/>
          <a:ext cx="2061314" cy="2952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7913" tIns="0" rIns="77913" bIns="0" numCol="1" spcCol="1270" anchor="ctr" anchorCtr="0">
          <a:noAutofit/>
        </a:bodyPr>
        <a:lstStyle/>
        <a:p>
          <a:pPr marL="0" lvl="0" indent="0" algn="l" defTabSz="622300">
            <a:lnSpc>
              <a:spcPct val="90000"/>
            </a:lnSpc>
            <a:spcBef>
              <a:spcPct val="0"/>
            </a:spcBef>
            <a:spcAft>
              <a:spcPct val="35000"/>
            </a:spcAft>
            <a:buNone/>
          </a:pPr>
          <a:r>
            <a:rPr lang="en-US" sz="1400" kern="1200" dirty="0"/>
            <a:t>Develop API</a:t>
          </a:r>
        </a:p>
      </dsp:txBody>
      <dsp:txXfrm>
        <a:off x="161646" y="1851546"/>
        <a:ext cx="2032494" cy="266380"/>
      </dsp:txXfrm>
    </dsp:sp>
    <dsp:sp modelId="{36274C7A-848E-4F30-B2FB-64FD8CE5FA4E}">
      <dsp:nvSpPr>
        <dsp:cNvPr id="0" name=""/>
        <dsp:cNvSpPr/>
      </dsp:nvSpPr>
      <dsp:spPr>
        <a:xfrm>
          <a:off x="0" y="2438336"/>
          <a:ext cx="2944735" cy="252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FA3D798-89B1-47E3-A435-C3CE313F0551}">
      <dsp:nvSpPr>
        <dsp:cNvPr id="0" name=""/>
        <dsp:cNvSpPr/>
      </dsp:nvSpPr>
      <dsp:spPr>
        <a:xfrm>
          <a:off x="147236" y="2290736"/>
          <a:ext cx="2061314" cy="2952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7913" tIns="0" rIns="77913" bIns="0" numCol="1" spcCol="1270" anchor="ctr" anchorCtr="0">
          <a:noAutofit/>
        </a:bodyPr>
        <a:lstStyle/>
        <a:p>
          <a:pPr marL="0" lvl="0" indent="0" algn="l" defTabSz="622300">
            <a:lnSpc>
              <a:spcPct val="90000"/>
            </a:lnSpc>
            <a:spcBef>
              <a:spcPct val="0"/>
            </a:spcBef>
            <a:spcAft>
              <a:spcPct val="35000"/>
            </a:spcAft>
            <a:buNone/>
          </a:pPr>
          <a:r>
            <a:rPr lang="en-US" sz="1400" kern="1200" dirty="0"/>
            <a:t>Deploy</a:t>
          </a:r>
        </a:p>
      </dsp:txBody>
      <dsp:txXfrm>
        <a:off x="161646" y="2305146"/>
        <a:ext cx="2032494" cy="266380"/>
      </dsp:txXfrm>
    </dsp:sp>
    <dsp:sp modelId="{95CB6BCE-649A-4067-96B4-6CED732DDE81}">
      <dsp:nvSpPr>
        <dsp:cNvPr id="0" name=""/>
        <dsp:cNvSpPr/>
      </dsp:nvSpPr>
      <dsp:spPr>
        <a:xfrm>
          <a:off x="0" y="2891936"/>
          <a:ext cx="2944735" cy="252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5438B32-1D69-4EB7-A699-569AB851CF12}">
      <dsp:nvSpPr>
        <dsp:cNvPr id="0" name=""/>
        <dsp:cNvSpPr/>
      </dsp:nvSpPr>
      <dsp:spPr>
        <a:xfrm>
          <a:off x="147236" y="2744336"/>
          <a:ext cx="2061314" cy="2952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7913" tIns="0" rIns="77913" bIns="0" numCol="1" spcCol="1270" anchor="ctr" anchorCtr="0">
          <a:noAutofit/>
        </a:bodyPr>
        <a:lstStyle/>
        <a:p>
          <a:pPr marL="0" lvl="0" indent="0" algn="l" defTabSz="622300">
            <a:lnSpc>
              <a:spcPct val="90000"/>
            </a:lnSpc>
            <a:spcBef>
              <a:spcPct val="0"/>
            </a:spcBef>
            <a:spcAft>
              <a:spcPct val="35000"/>
            </a:spcAft>
            <a:buNone/>
          </a:pPr>
          <a:r>
            <a:rPr lang="en-US" sz="1400" kern="1200" dirty="0"/>
            <a:t>Scale</a:t>
          </a:r>
        </a:p>
      </dsp:txBody>
      <dsp:txXfrm>
        <a:off x="161646" y="2758746"/>
        <a:ext cx="2032494" cy="2663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DFA0E8-0D5F-4D8E-9C93-2E1BA6B6F34B}">
      <dsp:nvSpPr>
        <dsp:cNvPr id="0" name=""/>
        <dsp:cNvSpPr/>
      </dsp:nvSpPr>
      <dsp:spPr>
        <a:xfrm>
          <a:off x="0" y="161231"/>
          <a:ext cx="2944735" cy="252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1DC1E6F-D0E7-4E2B-9161-4C1BCBA30084}">
      <dsp:nvSpPr>
        <dsp:cNvPr id="0" name=""/>
        <dsp:cNvSpPr/>
      </dsp:nvSpPr>
      <dsp:spPr>
        <a:xfrm>
          <a:off x="147236" y="13631"/>
          <a:ext cx="2061314" cy="2952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7913" tIns="0" rIns="77913" bIns="0" numCol="1" spcCol="1270" anchor="ctr" anchorCtr="0">
          <a:noAutofit/>
        </a:bodyPr>
        <a:lstStyle/>
        <a:p>
          <a:pPr marL="0" lvl="0" indent="0" algn="l" defTabSz="622300">
            <a:lnSpc>
              <a:spcPct val="90000"/>
            </a:lnSpc>
            <a:spcBef>
              <a:spcPct val="0"/>
            </a:spcBef>
            <a:spcAft>
              <a:spcPct val="35000"/>
            </a:spcAft>
            <a:buNone/>
          </a:pPr>
          <a:r>
            <a:rPr lang="en-US" sz="1400" kern="1200" dirty="0"/>
            <a:t>Run Container</a:t>
          </a:r>
        </a:p>
      </dsp:txBody>
      <dsp:txXfrm>
        <a:off x="161646" y="28041"/>
        <a:ext cx="2032494" cy="266380"/>
      </dsp:txXfrm>
    </dsp:sp>
    <dsp:sp modelId="{F8222EC1-78FB-4691-9879-C2EC0A9419BF}">
      <dsp:nvSpPr>
        <dsp:cNvPr id="0" name=""/>
        <dsp:cNvSpPr/>
      </dsp:nvSpPr>
      <dsp:spPr>
        <a:xfrm>
          <a:off x="0" y="614831"/>
          <a:ext cx="2944735" cy="252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C8B0E5C-AE4A-462B-B38A-E8E312CD79CE}">
      <dsp:nvSpPr>
        <dsp:cNvPr id="0" name=""/>
        <dsp:cNvSpPr/>
      </dsp:nvSpPr>
      <dsp:spPr>
        <a:xfrm>
          <a:off x="147236" y="467231"/>
          <a:ext cx="2061314" cy="2952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7913" tIns="0" rIns="77913" bIns="0" numCol="1" spcCol="1270" anchor="ctr" anchorCtr="0">
          <a:noAutofit/>
        </a:bodyPr>
        <a:lstStyle/>
        <a:p>
          <a:pPr marL="0" lvl="0" indent="0" algn="l" defTabSz="622300">
            <a:lnSpc>
              <a:spcPct val="90000"/>
            </a:lnSpc>
            <a:spcBef>
              <a:spcPct val="0"/>
            </a:spcBef>
            <a:spcAft>
              <a:spcPct val="35000"/>
            </a:spcAft>
            <a:buNone/>
          </a:pPr>
          <a:r>
            <a:rPr lang="en-US" sz="1400" kern="1200" dirty="0"/>
            <a:t>Call REST API</a:t>
          </a:r>
        </a:p>
      </dsp:txBody>
      <dsp:txXfrm>
        <a:off x="161646" y="481641"/>
        <a:ext cx="2032494" cy="266380"/>
      </dsp:txXfrm>
    </dsp:sp>
    <dsp:sp modelId="{4733C576-46B0-4054-AE44-F3754D91232E}">
      <dsp:nvSpPr>
        <dsp:cNvPr id="0" name=""/>
        <dsp:cNvSpPr/>
      </dsp:nvSpPr>
      <dsp:spPr>
        <a:xfrm>
          <a:off x="0" y="1068431"/>
          <a:ext cx="2944735" cy="252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CE33EAB-81F2-4999-B487-144B9F8071C6}">
      <dsp:nvSpPr>
        <dsp:cNvPr id="0" name=""/>
        <dsp:cNvSpPr/>
      </dsp:nvSpPr>
      <dsp:spPr>
        <a:xfrm>
          <a:off x="147236" y="920831"/>
          <a:ext cx="2061314" cy="2952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7913" tIns="0" rIns="77913" bIns="0" numCol="1" spcCol="1270" anchor="ctr" anchorCtr="0">
          <a:noAutofit/>
        </a:bodyPr>
        <a:lstStyle/>
        <a:p>
          <a:pPr marL="0" lvl="0" indent="0" algn="l" defTabSz="622300">
            <a:lnSpc>
              <a:spcPct val="90000"/>
            </a:lnSpc>
            <a:spcBef>
              <a:spcPct val="0"/>
            </a:spcBef>
            <a:spcAft>
              <a:spcPct val="35000"/>
            </a:spcAft>
            <a:buNone/>
          </a:pPr>
          <a:r>
            <a:rPr lang="en-US" sz="1400" kern="1200" dirty="0"/>
            <a:t>Build application</a:t>
          </a:r>
        </a:p>
      </dsp:txBody>
      <dsp:txXfrm>
        <a:off x="161646" y="935241"/>
        <a:ext cx="2032494" cy="2663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DFA0E8-0D5F-4D8E-9C93-2E1BA6B6F34B}">
      <dsp:nvSpPr>
        <dsp:cNvPr id="0" name=""/>
        <dsp:cNvSpPr/>
      </dsp:nvSpPr>
      <dsp:spPr>
        <a:xfrm>
          <a:off x="0" y="183433"/>
          <a:ext cx="3541522" cy="2772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1DC1E6F-D0E7-4E2B-9161-4C1BCBA30084}">
      <dsp:nvSpPr>
        <dsp:cNvPr id="0" name=""/>
        <dsp:cNvSpPr/>
      </dsp:nvSpPr>
      <dsp:spPr>
        <a:xfrm>
          <a:off x="177076" y="21073"/>
          <a:ext cx="2479065" cy="3247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3703" tIns="0" rIns="93703" bIns="0" numCol="1" spcCol="1270" anchor="ctr" anchorCtr="0">
          <a:noAutofit/>
        </a:bodyPr>
        <a:lstStyle/>
        <a:p>
          <a:pPr marL="0" lvl="0" indent="0" algn="l" defTabSz="622300">
            <a:lnSpc>
              <a:spcPct val="90000"/>
            </a:lnSpc>
            <a:spcBef>
              <a:spcPct val="0"/>
            </a:spcBef>
            <a:spcAft>
              <a:spcPct val="35000"/>
            </a:spcAft>
            <a:buNone/>
          </a:pPr>
          <a:r>
            <a:rPr lang="en-US" sz="1400" kern="1200" dirty="0"/>
            <a:t>User</a:t>
          </a:r>
        </a:p>
      </dsp:txBody>
      <dsp:txXfrm>
        <a:off x="192928" y="36925"/>
        <a:ext cx="2447361" cy="293016"/>
      </dsp:txXfrm>
    </dsp:sp>
    <dsp:sp modelId="{F8222EC1-78FB-4691-9879-C2EC0A9419BF}">
      <dsp:nvSpPr>
        <dsp:cNvPr id="0" name=""/>
        <dsp:cNvSpPr/>
      </dsp:nvSpPr>
      <dsp:spPr>
        <a:xfrm>
          <a:off x="0" y="682393"/>
          <a:ext cx="3541522" cy="2772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C8B0E5C-AE4A-462B-B38A-E8E312CD79CE}">
      <dsp:nvSpPr>
        <dsp:cNvPr id="0" name=""/>
        <dsp:cNvSpPr/>
      </dsp:nvSpPr>
      <dsp:spPr>
        <a:xfrm>
          <a:off x="177076" y="520033"/>
          <a:ext cx="2479065" cy="3247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3703" tIns="0" rIns="93703" bIns="0" numCol="1" spcCol="1270" anchor="ctr" anchorCtr="0">
          <a:noAutofit/>
        </a:bodyPr>
        <a:lstStyle/>
        <a:p>
          <a:pPr marL="0" lvl="0" indent="0" algn="l" defTabSz="622300">
            <a:lnSpc>
              <a:spcPct val="90000"/>
            </a:lnSpc>
            <a:spcBef>
              <a:spcPct val="0"/>
            </a:spcBef>
            <a:spcAft>
              <a:spcPct val="35000"/>
            </a:spcAft>
            <a:buNone/>
          </a:pPr>
          <a:r>
            <a:rPr lang="en-US" sz="1400" kern="1200" dirty="0"/>
            <a:t>AI Application</a:t>
          </a:r>
        </a:p>
      </dsp:txBody>
      <dsp:txXfrm>
        <a:off x="192928" y="535885"/>
        <a:ext cx="2447361" cy="293016"/>
      </dsp:txXfrm>
    </dsp:sp>
    <dsp:sp modelId="{4733C576-46B0-4054-AE44-F3754D91232E}">
      <dsp:nvSpPr>
        <dsp:cNvPr id="0" name=""/>
        <dsp:cNvSpPr/>
      </dsp:nvSpPr>
      <dsp:spPr>
        <a:xfrm>
          <a:off x="0" y="1181353"/>
          <a:ext cx="3541522" cy="2772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4861" tIns="229108" rIns="274861" bIns="99568" numCol="1" spcCol="1270" anchor="t" anchorCtr="0">
          <a:noAutofit/>
        </a:bodyPr>
        <a:lstStyle/>
        <a:p>
          <a:pPr marL="114300" lvl="1" indent="-114300" algn="l" defTabSz="622300">
            <a:lnSpc>
              <a:spcPct val="90000"/>
            </a:lnSpc>
            <a:spcBef>
              <a:spcPct val="0"/>
            </a:spcBef>
            <a:spcAft>
              <a:spcPct val="15000"/>
            </a:spcAft>
            <a:buChar char="•"/>
          </a:pPr>
          <a:endParaRPr lang="en-US" sz="1400" kern="1200" dirty="0"/>
        </a:p>
      </dsp:txBody>
      <dsp:txXfrm>
        <a:off x="0" y="1181353"/>
        <a:ext cx="3541522" cy="277200"/>
      </dsp:txXfrm>
    </dsp:sp>
    <dsp:sp modelId="{2CE33EAB-81F2-4999-B487-144B9F8071C6}">
      <dsp:nvSpPr>
        <dsp:cNvPr id="0" name=""/>
        <dsp:cNvSpPr/>
      </dsp:nvSpPr>
      <dsp:spPr>
        <a:xfrm>
          <a:off x="177076" y="1018993"/>
          <a:ext cx="2479065" cy="3247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3703" tIns="0" rIns="93703" bIns="0" numCol="1" spcCol="1270" anchor="ctr" anchorCtr="0">
          <a:noAutofit/>
        </a:bodyPr>
        <a:lstStyle/>
        <a:p>
          <a:pPr marL="0" lvl="0" indent="0" algn="l" defTabSz="622300">
            <a:lnSpc>
              <a:spcPct val="90000"/>
            </a:lnSpc>
            <a:spcBef>
              <a:spcPct val="0"/>
            </a:spcBef>
            <a:spcAft>
              <a:spcPct val="35000"/>
            </a:spcAft>
            <a:buNone/>
          </a:pPr>
          <a:r>
            <a:rPr lang="en-US" sz="1400" kern="1200" dirty="0"/>
            <a:t>HTTP REST Request</a:t>
          </a:r>
        </a:p>
      </dsp:txBody>
      <dsp:txXfrm>
        <a:off x="192928" y="1034845"/>
        <a:ext cx="2447361" cy="293016"/>
      </dsp:txXfrm>
    </dsp:sp>
    <dsp:sp modelId="{21E6A52A-0D73-4A7F-B80C-0D4EF0332808}">
      <dsp:nvSpPr>
        <dsp:cNvPr id="0" name=""/>
        <dsp:cNvSpPr/>
      </dsp:nvSpPr>
      <dsp:spPr>
        <a:xfrm>
          <a:off x="0" y="1680313"/>
          <a:ext cx="3541522" cy="121275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4861" tIns="229108" rIns="274861"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dirty="0"/>
            <a:t>AI Model</a:t>
          </a:r>
        </a:p>
        <a:p>
          <a:pPr marL="114300" lvl="1" indent="-114300" algn="l" defTabSz="622300">
            <a:lnSpc>
              <a:spcPct val="90000"/>
            </a:lnSpc>
            <a:spcBef>
              <a:spcPct val="0"/>
            </a:spcBef>
            <a:spcAft>
              <a:spcPct val="15000"/>
            </a:spcAft>
            <a:buChar char="•"/>
          </a:pPr>
          <a:r>
            <a:rPr lang="en-US" sz="1400" kern="1200" dirty="0" err="1"/>
            <a:t>TensorRT</a:t>
          </a:r>
          <a:r>
            <a:rPr lang="en-US" sz="1400" kern="1200" dirty="0"/>
            <a:t>-LLM</a:t>
          </a:r>
        </a:p>
        <a:p>
          <a:pPr marL="114300" lvl="1" indent="-114300" algn="l" defTabSz="622300">
            <a:lnSpc>
              <a:spcPct val="90000"/>
            </a:lnSpc>
            <a:spcBef>
              <a:spcPct val="0"/>
            </a:spcBef>
            <a:spcAft>
              <a:spcPct val="15000"/>
            </a:spcAft>
            <a:buChar char="•"/>
          </a:pPr>
          <a:r>
            <a:rPr lang="en-US" sz="1400" kern="1200" dirty="0"/>
            <a:t>Triton Server</a:t>
          </a:r>
        </a:p>
        <a:p>
          <a:pPr marL="114300" lvl="1" indent="-114300" algn="l" defTabSz="622300">
            <a:lnSpc>
              <a:spcPct val="90000"/>
            </a:lnSpc>
            <a:spcBef>
              <a:spcPct val="0"/>
            </a:spcBef>
            <a:spcAft>
              <a:spcPct val="15000"/>
            </a:spcAft>
            <a:buChar char="•"/>
          </a:pPr>
          <a:r>
            <a:rPr lang="en-US" sz="1400" kern="1200" dirty="0"/>
            <a:t>CUDA Runtime</a:t>
          </a:r>
        </a:p>
      </dsp:txBody>
      <dsp:txXfrm>
        <a:off x="0" y="1680313"/>
        <a:ext cx="3541522" cy="1212750"/>
      </dsp:txXfrm>
    </dsp:sp>
    <dsp:sp modelId="{87D41E6F-8669-413B-95DC-B94A2D941233}">
      <dsp:nvSpPr>
        <dsp:cNvPr id="0" name=""/>
        <dsp:cNvSpPr/>
      </dsp:nvSpPr>
      <dsp:spPr>
        <a:xfrm>
          <a:off x="177076" y="1517953"/>
          <a:ext cx="2479065" cy="3247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3703" tIns="0" rIns="93703" bIns="0" numCol="1" spcCol="1270" anchor="ctr" anchorCtr="0">
          <a:noAutofit/>
        </a:bodyPr>
        <a:lstStyle/>
        <a:p>
          <a:pPr marL="0" lvl="0" indent="0" algn="l" defTabSz="622300">
            <a:lnSpc>
              <a:spcPct val="90000"/>
            </a:lnSpc>
            <a:spcBef>
              <a:spcPct val="0"/>
            </a:spcBef>
            <a:spcAft>
              <a:spcPct val="35000"/>
            </a:spcAft>
            <a:buNone/>
          </a:pPr>
          <a:r>
            <a:rPr lang="en-US" sz="1400" kern="1200" dirty="0"/>
            <a:t>NVIDIA NIM</a:t>
          </a:r>
        </a:p>
      </dsp:txBody>
      <dsp:txXfrm>
        <a:off x="192928" y="1533805"/>
        <a:ext cx="2447361" cy="293016"/>
      </dsp:txXfrm>
    </dsp:sp>
    <dsp:sp modelId="{3A6F3F62-B7E5-468F-A98E-B75DCC762FD2}">
      <dsp:nvSpPr>
        <dsp:cNvPr id="0" name=""/>
        <dsp:cNvSpPr/>
      </dsp:nvSpPr>
      <dsp:spPr>
        <a:xfrm>
          <a:off x="0" y="3114823"/>
          <a:ext cx="3541522" cy="2772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F31E94E-F5CA-4B21-8CE9-1B68B411344C}">
      <dsp:nvSpPr>
        <dsp:cNvPr id="0" name=""/>
        <dsp:cNvSpPr/>
      </dsp:nvSpPr>
      <dsp:spPr>
        <a:xfrm>
          <a:off x="177076" y="2952463"/>
          <a:ext cx="2479065" cy="3247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3703" tIns="0" rIns="93703" bIns="0" numCol="1" spcCol="1270" anchor="ctr" anchorCtr="0">
          <a:noAutofit/>
        </a:bodyPr>
        <a:lstStyle/>
        <a:p>
          <a:pPr marL="0" lvl="0" indent="0" algn="l" defTabSz="622300">
            <a:lnSpc>
              <a:spcPct val="90000"/>
            </a:lnSpc>
            <a:spcBef>
              <a:spcPct val="0"/>
            </a:spcBef>
            <a:spcAft>
              <a:spcPct val="35000"/>
            </a:spcAft>
            <a:buNone/>
          </a:pPr>
          <a:r>
            <a:rPr lang="en-US" sz="1400" kern="1200" dirty="0"/>
            <a:t>GPU Interface</a:t>
          </a:r>
        </a:p>
      </dsp:txBody>
      <dsp:txXfrm>
        <a:off x="192928" y="2968315"/>
        <a:ext cx="2447361" cy="293016"/>
      </dsp:txXfrm>
    </dsp:sp>
    <dsp:sp modelId="{36274C7A-848E-4F30-B2FB-64FD8CE5FA4E}">
      <dsp:nvSpPr>
        <dsp:cNvPr id="0" name=""/>
        <dsp:cNvSpPr/>
      </dsp:nvSpPr>
      <dsp:spPr>
        <a:xfrm>
          <a:off x="0" y="3613783"/>
          <a:ext cx="3541522" cy="2772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FA3D798-89B1-47E3-A435-C3CE313F0551}">
      <dsp:nvSpPr>
        <dsp:cNvPr id="0" name=""/>
        <dsp:cNvSpPr/>
      </dsp:nvSpPr>
      <dsp:spPr>
        <a:xfrm>
          <a:off x="177076" y="3451423"/>
          <a:ext cx="2479065" cy="3247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3703" tIns="0" rIns="93703" bIns="0" numCol="1" spcCol="1270" anchor="ctr" anchorCtr="0">
          <a:noAutofit/>
        </a:bodyPr>
        <a:lstStyle/>
        <a:p>
          <a:pPr marL="0" lvl="0" indent="0" algn="l" defTabSz="622300">
            <a:lnSpc>
              <a:spcPct val="90000"/>
            </a:lnSpc>
            <a:spcBef>
              <a:spcPct val="0"/>
            </a:spcBef>
            <a:spcAft>
              <a:spcPct val="35000"/>
            </a:spcAft>
            <a:buNone/>
          </a:pPr>
          <a:r>
            <a:rPr lang="en-US" sz="1400" kern="1200" dirty="0"/>
            <a:t>AI Response</a:t>
          </a:r>
        </a:p>
      </dsp:txBody>
      <dsp:txXfrm>
        <a:off x="192928" y="3467275"/>
        <a:ext cx="2447361" cy="29301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9A4D71-B6B6-4A3C-A8BB-FFC1217719B8}">
      <dsp:nvSpPr>
        <dsp:cNvPr id="0" name=""/>
        <dsp:cNvSpPr/>
      </dsp:nvSpPr>
      <dsp:spPr>
        <a:xfrm>
          <a:off x="0" y="692614"/>
          <a:ext cx="4233204" cy="3276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6A337C7-4927-461C-9C9D-F601A6A4ECA9}">
      <dsp:nvSpPr>
        <dsp:cNvPr id="0" name=""/>
        <dsp:cNvSpPr/>
      </dsp:nvSpPr>
      <dsp:spPr>
        <a:xfrm>
          <a:off x="211660" y="500734"/>
          <a:ext cx="2963242" cy="3837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2004" tIns="0" rIns="112004" bIns="0" numCol="1" spcCol="1270" anchor="ctr" anchorCtr="0">
          <a:noAutofit/>
        </a:bodyPr>
        <a:lstStyle/>
        <a:p>
          <a:pPr marL="0" lvl="0" indent="0" algn="l" defTabSz="577850">
            <a:lnSpc>
              <a:spcPct val="90000"/>
            </a:lnSpc>
            <a:spcBef>
              <a:spcPct val="0"/>
            </a:spcBef>
            <a:spcAft>
              <a:spcPct val="35000"/>
            </a:spcAft>
            <a:buNone/>
          </a:pPr>
          <a:r>
            <a:rPr lang="en-US" sz="1300" kern="1200" dirty="0"/>
            <a:t>                    Your Application</a:t>
          </a:r>
        </a:p>
      </dsp:txBody>
      <dsp:txXfrm>
        <a:off x="230394" y="519468"/>
        <a:ext cx="2925774" cy="346292"/>
      </dsp:txXfrm>
    </dsp:sp>
    <dsp:sp modelId="{64BD2875-F2C7-46C1-A2B9-DD5F059CB097}">
      <dsp:nvSpPr>
        <dsp:cNvPr id="0" name=""/>
        <dsp:cNvSpPr/>
      </dsp:nvSpPr>
      <dsp:spPr>
        <a:xfrm>
          <a:off x="0" y="1374007"/>
          <a:ext cx="4233204" cy="33579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28544" tIns="270764" rIns="328544" bIns="92456" numCol="1" spcCol="1270" anchor="t" anchorCtr="0">
          <a:noAutofit/>
        </a:bodyPr>
        <a:lstStyle/>
        <a:p>
          <a:pPr marL="114300" lvl="1" indent="-114300" algn="l" defTabSz="577850">
            <a:lnSpc>
              <a:spcPct val="90000"/>
            </a:lnSpc>
            <a:spcBef>
              <a:spcPct val="0"/>
            </a:spcBef>
            <a:spcAft>
              <a:spcPct val="15000"/>
            </a:spcAft>
            <a:buChar char="•"/>
          </a:pPr>
          <a:r>
            <a:rPr lang="en-US" sz="1300" b="1" kern="1200" dirty="0"/>
            <a:t>Triton Inference Server</a:t>
          </a:r>
        </a:p>
        <a:p>
          <a:pPr marL="228600" lvl="2" indent="-114300" algn="l" defTabSz="577850">
            <a:lnSpc>
              <a:spcPct val="90000"/>
            </a:lnSpc>
            <a:spcBef>
              <a:spcPct val="0"/>
            </a:spcBef>
            <a:spcAft>
              <a:spcPct val="15000"/>
            </a:spcAft>
            <a:buChar char="•"/>
          </a:pPr>
          <a:r>
            <a:rPr lang="en-US" sz="1300" kern="1200" dirty="0"/>
            <a:t>Accepts API requests</a:t>
          </a:r>
        </a:p>
        <a:p>
          <a:pPr marL="228600" lvl="2" indent="-114300" algn="l" defTabSz="577850">
            <a:lnSpc>
              <a:spcPct val="90000"/>
            </a:lnSpc>
            <a:spcBef>
              <a:spcPct val="0"/>
            </a:spcBef>
            <a:spcAft>
              <a:spcPct val="15000"/>
            </a:spcAft>
            <a:buChar char="•"/>
          </a:pPr>
          <a:r>
            <a:rPr lang="en-US" sz="1300" kern="1200" dirty="0"/>
            <a:t>Queues and batches requests</a:t>
          </a:r>
        </a:p>
        <a:p>
          <a:pPr marL="228600" lvl="2" indent="-114300" algn="l" defTabSz="577850">
            <a:lnSpc>
              <a:spcPct val="90000"/>
            </a:lnSpc>
            <a:spcBef>
              <a:spcPct val="0"/>
            </a:spcBef>
            <a:spcAft>
              <a:spcPct val="15000"/>
            </a:spcAft>
            <a:buChar char="•"/>
          </a:pPr>
          <a:r>
            <a:rPr lang="en-US" sz="1300" kern="1200" dirty="0"/>
            <a:t>Returns responses</a:t>
          </a:r>
        </a:p>
        <a:p>
          <a:pPr marL="114300" lvl="1" indent="-114300" algn="l" defTabSz="577850">
            <a:lnSpc>
              <a:spcPct val="90000"/>
            </a:lnSpc>
            <a:spcBef>
              <a:spcPct val="0"/>
            </a:spcBef>
            <a:spcAft>
              <a:spcPct val="15000"/>
            </a:spcAft>
            <a:buChar char="•"/>
          </a:pPr>
          <a:r>
            <a:rPr lang="en-US" sz="1300" b="1" kern="1200" dirty="0" err="1"/>
            <a:t>TensorRT</a:t>
          </a:r>
          <a:r>
            <a:rPr lang="en-US" sz="1300" b="1" kern="1200" dirty="0"/>
            <a:t>-LLM</a:t>
          </a:r>
        </a:p>
        <a:p>
          <a:pPr marL="228600" lvl="2" indent="-114300" algn="l" defTabSz="577850">
            <a:lnSpc>
              <a:spcPct val="90000"/>
            </a:lnSpc>
            <a:spcBef>
              <a:spcPct val="0"/>
            </a:spcBef>
            <a:spcAft>
              <a:spcPct val="15000"/>
            </a:spcAft>
            <a:buChar char="•"/>
          </a:pPr>
          <a:r>
            <a:rPr lang="en-US" sz="1300" kern="1200" dirty="0"/>
            <a:t>Optimizes model execution</a:t>
          </a:r>
        </a:p>
        <a:p>
          <a:pPr marL="228600" lvl="2" indent="-114300" algn="l" defTabSz="577850">
            <a:lnSpc>
              <a:spcPct val="90000"/>
            </a:lnSpc>
            <a:spcBef>
              <a:spcPct val="0"/>
            </a:spcBef>
            <a:spcAft>
              <a:spcPct val="15000"/>
            </a:spcAft>
            <a:buChar char="•"/>
          </a:pPr>
          <a:r>
            <a:rPr lang="en-US" sz="1300" kern="1200" dirty="0"/>
            <a:t>Reduces latency</a:t>
          </a:r>
        </a:p>
        <a:p>
          <a:pPr marL="228600" lvl="2" indent="-114300" algn="l" defTabSz="577850">
            <a:lnSpc>
              <a:spcPct val="90000"/>
            </a:lnSpc>
            <a:spcBef>
              <a:spcPct val="0"/>
            </a:spcBef>
            <a:spcAft>
              <a:spcPct val="15000"/>
            </a:spcAft>
            <a:buChar char="•"/>
          </a:pPr>
          <a:r>
            <a:rPr lang="en-US" sz="1300" kern="1200" dirty="0"/>
            <a:t>Improves GPU efficiency</a:t>
          </a:r>
        </a:p>
        <a:p>
          <a:pPr marL="114300" lvl="1" indent="-114300" algn="l" defTabSz="577850">
            <a:lnSpc>
              <a:spcPct val="90000"/>
            </a:lnSpc>
            <a:spcBef>
              <a:spcPct val="0"/>
            </a:spcBef>
            <a:spcAft>
              <a:spcPct val="15000"/>
            </a:spcAft>
            <a:buChar char="•"/>
          </a:pPr>
          <a:r>
            <a:rPr lang="en-US" sz="1300" b="1" kern="1200" dirty="0"/>
            <a:t>AI Model</a:t>
          </a:r>
        </a:p>
        <a:p>
          <a:pPr marL="228600" lvl="2" indent="-114300" algn="l" defTabSz="577850">
            <a:lnSpc>
              <a:spcPct val="90000"/>
            </a:lnSpc>
            <a:spcBef>
              <a:spcPct val="0"/>
            </a:spcBef>
            <a:spcAft>
              <a:spcPct val="15000"/>
            </a:spcAft>
            <a:buChar char="•"/>
          </a:pPr>
          <a:r>
            <a:rPr lang="en-US" sz="1300" kern="1200" dirty="0"/>
            <a:t>Llama / Mistral / DeepSeek </a:t>
          </a:r>
        </a:p>
        <a:p>
          <a:pPr marL="228600" lvl="2" indent="-114300" algn="l" defTabSz="577850">
            <a:lnSpc>
              <a:spcPct val="90000"/>
            </a:lnSpc>
            <a:spcBef>
              <a:spcPct val="0"/>
            </a:spcBef>
            <a:spcAft>
              <a:spcPct val="15000"/>
            </a:spcAft>
            <a:buChar char="•"/>
          </a:pPr>
          <a:r>
            <a:rPr lang="en-US" sz="1300" kern="1200" dirty="0"/>
            <a:t>Generates the response </a:t>
          </a:r>
        </a:p>
        <a:p>
          <a:pPr marL="114300" lvl="1" indent="-114300" algn="l" defTabSz="577850">
            <a:lnSpc>
              <a:spcPct val="90000"/>
            </a:lnSpc>
            <a:spcBef>
              <a:spcPct val="0"/>
            </a:spcBef>
            <a:spcAft>
              <a:spcPct val="15000"/>
            </a:spcAft>
            <a:buChar char="•"/>
          </a:pPr>
          <a:r>
            <a:rPr lang="en-US" sz="1300" b="1" kern="1200" dirty="0"/>
            <a:t>CUDA Runtime</a:t>
          </a:r>
        </a:p>
        <a:p>
          <a:pPr marL="228600" lvl="2" indent="-114300" algn="l" defTabSz="577850">
            <a:lnSpc>
              <a:spcPct val="90000"/>
            </a:lnSpc>
            <a:spcBef>
              <a:spcPct val="0"/>
            </a:spcBef>
            <a:spcAft>
              <a:spcPct val="15000"/>
            </a:spcAft>
            <a:buChar char="•"/>
          </a:pPr>
          <a:r>
            <a:rPr lang="en-US" sz="1300" kern="1200" dirty="0"/>
            <a:t>Enables computation on NVIDIA GPUs </a:t>
          </a:r>
        </a:p>
        <a:p>
          <a:pPr marL="228600" lvl="2" indent="-114300" algn="l" defTabSz="577850">
            <a:lnSpc>
              <a:spcPct val="90000"/>
            </a:lnSpc>
            <a:spcBef>
              <a:spcPct val="0"/>
            </a:spcBef>
            <a:spcAft>
              <a:spcPct val="15000"/>
            </a:spcAft>
            <a:buChar char="•"/>
          </a:pPr>
          <a:endParaRPr lang="en-US" sz="1300" kern="1200" dirty="0"/>
        </a:p>
      </dsp:txBody>
      <dsp:txXfrm>
        <a:off x="0" y="1374007"/>
        <a:ext cx="4233204" cy="3357900"/>
      </dsp:txXfrm>
    </dsp:sp>
    <dsp:sp modelId="{E9A153D6-12F4-4EE1-9E04-56B811B19F5F}">
      <dsp:nvSpPr>
        <dsp:cNvPr id="0" name=""/>
        <dsp:cNvSpPr/>
      </dsp:nvSpPr>
      <dsp:spPr>
        <a:xfrm>
          <a:off x="211660" y="1090414"/>
          <a:ext cx="2963242" cy="3837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2004" tIns="0" rIns="112004" bIns="0" numCol="1" spcCol="1270" anchor="ctr" anchorCtr="0">
          <a:noAutofit/>
        </a:bodyPr>
        <a:lstStyle/>
        <a:p>
          <a:pPr marL="0" lvl="0" indent="0" algn="l" defTabSz="577850">
            <a:lnSpc>
              <a:spcPct val="90000"/>
            </a:lnSpc>
            <a:spcBef>
              <a:spcPct val="0"/>
            </a:spcBef>
            <a:spcAft>
              <a:spcPct val="35000"/>
            </a:spcAft>
            <a:buNone/>
          </a:pPr>
          <a:r>
            <a:rPr lang="en-US" sz="1300" kern="1200" dirty="0"/>
            <a:t>                  NVIDIA NIM API</a:t>
          </a:r>
        </a:p>
      </dsp:txBody>
      <dsp:txXfrm>
        <a:off x="230394" y="1109148"/>
        <a:ext cx="2925774" cy="346292"/>
      </dsp:txXfrm>
    </dsp:sp>
    <dsp:sp modelId="{75160E0B-E2A0-4057-9BBE-7F2526EDC400}">
      <dsp:nvSpPr>
        <dsp:cNvPr id="0" name=""/>
        <dsp:cNvSpPr/>
      </dsp:nvSpPr>
      <dsp:spPr>
        <a:xfrm>
          <a:off x="0" y="4762299"/>
          <a:ext cx="4233204" cy="3276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19FA498-9646-4891-9D8C-4605438A35FA}">
      <dsp:nvSpPr>
        <dsp:cNvPr id="0" name=""/>
        <dsp:cNvSpPr/>
      </dsp:nvSpPr>
      <dsp:spPr>
        <a:xfrm>
          <a:off x="214200" y="4498317"/>
          <a:ext cx="2963242" cy="3837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2004" tIns="0" rIns="112004" bIns="0" numCol="1" spcCol="1270" anchor="ctr" anchorCtr="0">
          <a:noAutofit/>
        </a:bodyPr>
        <a:lstStyle/>
        <a:p>
          <a:pPr marL="0" lvl="0" indent="0" algn="l" defTabSz="577850">
            <a:lnSpc>
              <a:spcPct val="90000"/>
            </a:lnSpc>
            <a:spcBef>
              <a:spcPct val="0"/>
            </a:spcBef>
            <a:spcAft>
              <a:spcPct val="35000"/>
            </a:spcAft>
            <a:buNone/>
          </a:pPr>
          <a:r>
            <a:rPr lang="en-US" sz="1300" kern="1200"/>
            <a:t>                     NVIDIA GPU</a:t>
          </a:r>
        </a:p>
      </dsp:txBody>
      <dsp:txXfrm>
        <a:off x="232934" y="4517051"/>
        <a:ext cx="2925774" cy="346292"/>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FCD6AE-7272-45F7-8492-9EF72040682E}" type="datetimeFigureOut">
              <a:rPr lang="en-US" smtClean="0"/>
              <a:t>8/3/2026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03F60C-E93B-477F-9A9A-8A15C9BDE974}" type="slidenum">
              <a:rPr lang="en-US" smtClean="0"/>
              <a:t>‹#›</a:t>
            </a:fld>
            <a:endParaRPr lang="en-US"/>
          </a:p>
        </p:txBody>
      </p:sp>
    </p:spTree>
    <p:extLst>
      <p:ext uri="{BB962C8B-B14F-4D97-AF65-F5344CB8AC3E}">
        <p14:creationId xmlns:p14="http://schemas.microsoft.com/office/powerpoint/2010/main" val="2790493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C6D37-91E2-1618-6860-E92FE99D38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CB0CC5-3143-9D3B-11D8-5F484ECFCB6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3808E11-69F9-253F-8A76-2F032BEB91E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79186DD-4760-AAFA-C665-FD9D434BD971}"/>
              </a:ext>
            </a:extLst>
          </p:cNvPr>
          <p:cNvSpPr>
            <a:spLocks noGrp="1"/>
          </p:cNvSpPr>
          <p:nvPr>
            <p:ph type="sldNum" sz="quarter" idx="5"/>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806B5317-EDBC-4155-87F5-41E4E6A99DED}"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314851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12D95-099D-C6F2-8A24-07DE47AC18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314ACD-E641-624D-60DF-76FB639CB5B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F4E41EA-F96A-B407-58F7-76A891830FE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DFB6BE2-062B-4E23-D027-7D161970031A}"/>
              </a:ext>
            </a:extLst>
          </p:cNvPr>
          <p:cNvSpPr>
            <a:spLocks noGrp="1"/>
          </p:cNvSpPr>
          <p:nvPr>
            <p:ph type="sldNum" sz="quarter" idx="5"/>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806B5317-EDBC-4155-87F5-41E4E6A99DED}"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179461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9CBF9-A5B4-A60A-9960-488CFB791CE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8509348-3B73-56BF-3900-1E149302A3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6E31F90-B479-A2FA-E480-D607AD9B5FE9}"/>
              </a:ext>
            </a:extLst>
          </p:cNvPr>
          <p:cNvSpPr>
            <a:spLocks noGrp="1"/>
          </p:cNvSpPr>
          <p:nvPr>
            <p:ph type="dt" sz="half" idx="10"/>
          </p:nvPr>
        </p:nvSpPr>
        <p:spPr/>
        <p:txBody>
          <a:bodyPr/>
          <a:lstStyle/>
          <a:p>
            <a:fld id="{C29906BF-67A6-4537-95DE-515890206B39}" type="datetimeFigureOut">
              <a:rPr lang="en-US" smtClean="0"/>
              <a:t>8/3/2026</a:t>
            </a:fld>
            <a:endParaRPr lang="en-US"/>
          </a:p>
        </p:txBody>
      </p:sp>
      <p:sp>
        <p:nvSpPr>
          <p:cNvPr id="5" name="Footer Placeholder 4">
            <a:extLst>
              <a:ext uri="{FF2B5EF4-FFF2-40B4-BE49-F238E27FC236}">
                <a16:creationId xmlns:a16="http://schemas.microsoft.com/office/drawing/2014/main" id="{6514C660-48DF-CD30-CE3F-6F409006DF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A376FE-D046-5ACC-985E-E063D10950C5}"/>
              </a:ext>
            </a:extLst>
          </p:cNvPr>
          <p:cNvSpPr>
            <a:spLocks noGrp="1"/>
          </p:cNvSpPr>
          <p:nvPr>
            <p:ph type="sldNum" sz="quarter" idx="12"/>
          </p:nvPr>
        </p:nvSpPr>
        <p:spPr/>
        <p:txBody>
          <a:bodyPr/>
          <a:lstStyle/>
          <a:p>
            <a:fld id="{C7723666-6971-426E-B50E-E1BBE93D34EE}" type="slidenum">
              <a:rPr lang="en-US" smtClean="0"/>
              <a:t>‹#›</a:t>
            </a:fld>
            <a:endParaRPr lang="en-US"/>
          </a:p>
        </p:txBody>
      </p:sp>
    </p:spTree>
    <p:extLst>
      <p:ext uri="{BB962C8B-B14F-4D97-AF65-F5344CB8AC3E}">
        <p14:creationId xmlns:p14="http://schemas.microsoft.com/office/powerpoint/2010/main" val="24803452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6F75F-4CE6-5A8F-3ABF-6857DDAF0FD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006D643-E283-0B22-609E-E7D39CD32A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68ABEC-E168-C279-411C-284D54A9B9EF}"/>
              </a:ext>
            </a:extLst>
          </p:cNvPr>
          <p:cNvSpPr>
            <a:spLocks noGrp="1"/>
          </p:cNvSpPr>
          <p:nvPr>
            <p:ph type="dt" sz="half" idx="10"/>
          </p:nvPr>
        </p:nvSpPr>
        <p:spPr/>
        <p:txBody>
          <a:bodyPr/>
          <a:lstStyle/>
          <a:p>
            <a:fld id="{C29906BF-67A6-4537-95DE-515890206B39}" type="datetimeFigureOut">
              <a:rPr lang="en-US" smtClean="0"/>
              <a:t>8/3/2026</a:t>
            </a:fld>
            <a:endParaRPr lang="en-US"/>
          </a:p>
        </p:txBody>
      </p:sp>
      <p:sp>
        <p:nvSpPr>
          <p:cNvPr id="5" name="Footer Placeholder 4">
            <a:extLst>
              <a:ext uri="{FF2B5EF4-FFF2-40B4-BE49-F238E27FC236}">
                <a16:creationId xmlns:a16="http://schemas.microsoft.com/office/drawing/2014/main" id="{06E859F2-17B8-FB88-48BB-D1091BC6FA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293B3E-1EF5-EE16-CB46-1692E6EE8FB4}"/>
              </a:ext>
            </a:extLst>
          </p:cNvPr>
          <p:cNvSpPr>
            <a:spLocks noGrp="1"/>
          </p:cNvSpPr>
          <p:nvPr>
            <p:ph type="sldNum" sz="quarter" idx="12"/>
          </p:nvPr>
        </p:nvSpPr>
        <p:spPr/>
        <p:txBody>
          <a:bodyPr/>
          <a:lstStyle/>
          <a:p>
            <a:fld id="{C7723666-6971-426E-B50E-E1BBE93D34EE}" type="slidenum">
              <a:rPr lang="en-US" smtClean="0"/>
              <a:t>‹#›</a:t>
            </a:fld>
            <a:endParaRPr lang="en-US"/>
          </a:p>
        </p:txBody>
      </p:sp>
    </p:spTree>
    <p:extLst>
      <p:ext uri="{BB962C8B-B14F-4D97-AF65-F5344CB8AC3E}">
        <p14:creationId xmlns:p14="http://schemas.microsoft.com/office/powerpoint/2010/main" val="914241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4A258-38E4-EFE7-4942-862D438DEEF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CC9A056-66AE-DFF1-CA74-5FD727318C3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98C01A-EB9A-1938-0EEC-6A4B6A47BBC1}"/>
              </a:ext>
            </a:extLst>
          </p:cNvPr>
          <p:cNvSpPr>
            <a:spLocks noGrp="1"/>
          </p:cNvSpPr>
          <p:nvPr>
            <p:ph type="dt" sz="half" idx="10"/>
          </p:nvPr>
        </p:nvSpPr>
        <p:spPr/>
        <p:txBody>
          <a:bodyPr/>
          <a:lstStyle/>
          <a:p>
            <a:fld id="{C29906BF-67A6-4537-95DE-515890206B39}" type="datetimeFigureOut">
              <a:rPr lang="en-US" smtClean="0"/>
              <a:t>8/3/2026</a:t>
            </a:fld>
            <a:endParaRPr lang="en-US"/>
          </a:p>
        </p:txBody>
      </p:sp>
      <p:sp>
        <p:nvSpPr>
          <p:cNvPr id="5" name="Footer Placeholder 4">
            <a:extLst>
              <a:ext uri="{FF2B5EF4-FFF2-40B4-BE49-F238E27FC236}">
                <a16:creationId xmlns:a16="http://schemas.microsoft.com/office/drawing/2014/main" id="{8B0A1FDD-3AE3-5A85-58BB-AB87E085FF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0254A8-1252-90EF-6B13-B99D9D78CAA2}"/>
              </a:ext>
            </a:extLst>
          </p:cNvPr>
          <p:cNvSpPr>
            <a:spLocks noGrp="1"/>
          </p:cNvSpPr>
          <p:nvPr>
            <p:ph type="sldNum" sz="quarter" idx="12"/>
          </p:nvPr>
        </p:nvSpPr>
        <p:spPr/>
        <p:txBody>
          <a:bodyPr/>
          <a:lstStyle/>
          <a:p>
            <a:fld id="{C7723666-6971-426E-B50E-E1BBE93D34EE}" type="slidenum">
              <a:rPr lang="en-US" smtClean="0"/>
              <a:t>‹#›</a:t>
            </a:fld>
            <a:endParaRPr lang="en-US"/>
          </a:p>
        </p:txBody>
      </p:sp>
    </p:spTree>
    <p:extLst>
      <p:ext uri="{BB962C8B-B14F-4D97-AF65-F5344CB8AC3E}">
        <p14:creationId xmlns:p14="http://schemas.microsoft.com/office/powerpoint/2010/main" val="37613902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AA8A7-AC51-DDC3-3A69-2F2E04CCA03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6D32B6-5D54-24DE-3571-BD9C1302DC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C0A97E-3DA4-0720-20F2-296EAEE24E9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F9BB8E8-EEAA-EFF1-840F-F82BA14A4375}"/>
              </a:ext>
            </a:extLst>
          </p:cNvPr>
          <p:cNvSpPr>
            <a:spLocks noGrp="1"/>
          </p:cNvSpPr>
          <p:nvPr>
            <p:ph type="dt" sz="half" idx="10"/>
          </p:nvPr>
        </p:nvSpPr>
        <p:spPr/>
        <p:txBody>
          <a:bodyPr/>
          <a:lstStyle/>
          <a:p>
            <a:fld id="{C29906BF-67A6-4537-95DE-515890206B39}" type="datetimeFigureOut">
              <a:rPr lang="en-US" smtClean="0"/>
              <a:t>8/3/2026</a:t>
            </a:fld>
            <a:endParaRPr lang="en-US"/>
          </a:p>
        </p:txBody>
      </p:sp>
      <p:sp>
        <p:nvSpPr>
          <p:cNvPr id="6" name="Footer Placeholder 5">
            <a:extLst>
              <a:ext uri="{FF2B5EF4-FFF2-40B4-BE49-F238E27FC236}">
                <a16:creationId xmlns:a16="http://schemas.microsoft.com/office/drawing/2014/main" id="{1D63F286-777A-276A-EDD9-49DDF4B5FF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937EA0-4BB7-B563-1C00-4031E453B867}"/>
              </a:ext>
            </a:extLst>
          </p:cNvPr>
          <p:cNvSpPr>
            <a:spLocks noGrp="1"/>
          </p:cNvSpPr>
          <p:nvPr>
            <p:ph type="sldNum" sz="quarter" idx="12"/>
          </p:nvPr>
        </p:nvSpPr>
        <p:spPr/>
        <p:txBody>
          <a:bodyPr/>
          <a:lstStyle/>
          <a:p>
            <a:fld id="{C7723666-6971-426E-B50E-E1BBE93D34EE}" type="slidenum">
              <a:rPr lang="en-US" smtClean="0"/>
              <a:t>‹#›</a:t>
            </a:fld>
            <a:endParaRPr lang="en-US"/>
          </a:p>
        </p:txBody>
      </p:sp>
    </p:spTree>
    <p:extLst>
      <p:ext uri="{BB962C8B-B14F-4D97-AF65-F5344CB8AC3E}">
        <p14:creationId xmlns:p14="http://schemas.microsoft.com/office/powerpoint/2010/main" val="16974458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08018-DF01-0EBD-8FD7-F39777B0BE7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6ACC663-FB85-49D7-C565-F68A9E9376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9F2912F-463F-832E-B3E3-6EA1BC4E9F3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977E4B7-6132-45A4-58C2-DFE6F7EF40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5F07D0-4BD2-6220-DFA4-5DE6B987DA6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11D3B07-468B-1C51-FDB7-038F579F3B00}"/>
              </a:ext>
            </a:extLst>
          </p:cNvPr>
          <p:cNvSpPr>
            <a:spLocks noGrp="1"/>
          </p:cNvSpPr>
          <p:nvPr>
            <p:ph type="dt" sz="half" idx="10"/>
          </p:nvPr>
        </p:nvSpPr>
        <p:spPr/>
        <p:txBody>
          <a:bodyPr/>
          <a:lstStyle/>
          <a:p>
            <a:fld id="{C29906BF-67A6-4537-95DE-515890206B39}" type="datetimeFigureOut">
              <a:rPr lang="en-US" smtClean="0"/>
              <a:t>8/3/2026</a:t>
            </a:fld>
            <a:endParaRPr lang="en-US"/>
          </a:p>
        </p:txBody>
      </p:sp>
      <p:sp>
        <p:nvSpPr>
          <p:cNvPr id="8" name="Footer Placeholder 7">
            <a:extLst>
              <a:ext uri="{FF2B5EF4-FFF2-40B4-BE49-F238E27FC236}">
                <a16:creationId xmlns:a16="http://schemas.microsoft.com/office/drawing/2014/main" id="{D002FB36-E1B0-4191-3F84-9AEEEBFD68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A48C144-21A4-AB3D-49B1-F1CE25CB1737}"/>
              </a:ext>
            </a:extLst>
          </p:cNvPr>
          <p:cNvSpPr>
            <a:spLocks noGrp="1"/>
          </p:cNvSpPr>
          <p:nvPr>
            <p:ph type="sldNum" sz="quarter" idx="12"/>
          </p:nvPr>
        </p:nvSpPr>
        <p:spPr/>
        <p:txBody>
          <a:bodyPr/>
          <a:lstStyle/>
          <a:p>
            <a:fld id="{C7723666-6971-426E-B50E-E1BBE93D34EE}" type="slidenum">
              <a:rPr lang="en-US" smtClean="0"/>
              <a:t>‹#›</a:t>
            </a:fld>
            <a:endParaRPr lang="en-US"/>
          </a:p>
        </p:txBody>
      </p:sp>
    </p:spTree>
    <p:extLst>
      <p:ext uri="{BB962C8B-B14F-4D97-AF65-F5344CB8AC3E}">
        <p14:creationId xmlns:p14="http://schemas.microsoft.com/office/powerpoint/2010/main" val="18972472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85FEE-FDE8-FA82-0E7D-6DF0AB6DA71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C9D11CE-BCAA-616A-D207-D1CDE3A6F959}"/>
              </a:ext>
            </a:extLst>
          </p:cNvPr>
          <p:cNvSpPr>
            <a:spLocks noGrp="1"/>
          </p:cNvSpPr>
          <p:nvPr>
            <p:ph type="dt" sz="half" idx="10"/>
          </p:nvPr>
        </p:nvSpPr>
        <p:spPr/>
        <p:txBody>
          <a:bodyPr/>
          <a:lstStyle/>
          <a:p>
            <a:fld id="{C29906BF-67A6-4537-95DE-515890206B39}" type="datetimeFigureOut">
              <a:rPr lang="en-US" smtClean="0"/>
              <a:t>8/3/2026</a:t>
            </a:fld>
            <a:endParaRPr lang="en-US"/>
          </a:p>
        </p:txBody>
      </p:sp>
      <p:sp>
        <p:nvSpPr>
          <p:cNvPr id="4" name="Footer Placeholder 3">
            <a:extLst>
              <a:ext uri="{FF2B5EF4-FFF2-40B4-BE49-F238E27FC236}">
                <a16:creationId xmlns:a16="http://schemas.microsoft.com/office/drawing/2014/main" id="{1A5C57C6-3C92-CAD3-7ED4-AA05F12211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E2ABA44-5019-E91B-812A-17C108A8CA96}"/>
              </a:ext>
            </a:extLst>
          </p:cNvPr>
          <p:cNvSpPr>
            <a:spLocks noGrp="1"/>
          </p:cNvSpPr>
          <p:nvPr>
            <p:ph type="sldNum" sz="quarter" idx="12"/>
          </p:nvPr>
        </p:nvSpPr>
        <p:spPr/>
        <p:txBody>
          <a:bodyPr/>
          <a:lstStyle/>
          <a:p>
            <a:fld id="{C7723666-6971-426E-B50E-E1BBE93D34EE}" type="slidenum">
              <a:rPr lang="en-US" smtClean="0"/>
              <a:t>‹#›</a:t>
            </a:fld>
            <a:endParaRPr lang="en-US"/>
          </a:p>
        </p:txBody>
      </p:sp>
    </p:spTree>
    <p:extLst>
      <p:ext uri="{BB962C8B-B14F-4D97-AF65-F5344CB8AC3E}">
        <p14:creationId xmlns:p14="http://schemas.microsoft.com/office/powerpoint/2010/main" val="42249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320135-664F-F03C-35B1-46B5542C36D9}"/>
              </a:ext>
            </a:extLst>
          </p:cNvPr>
          <p:cNvSpPr>
            <a:spLocks noGrp="1"/>
          </p:cNvSpPr>
          <p:nvPr>
            <p:ph type="dt" sz="half" idx="10"/>
          </p:nvPr>
        </p:nvSpPr>
        <p:spPr/>
        <p:txBody>
          <a:bodyPr/>
          <a:lstStyle/>
          <a:p>
            <a:fld id="{C29906BF-67A6-4537-95DE-515890206B39}" type="datetimeFigureOut">
              <a:rPr lang="en-US" smtClean="0"/>
              <a:t>8/3/2026</a:t>
            </a:fld>
            <a:endParaRPr lang="en-US"/>
          </a:p>
        </p:txBody>
      </p:sp>
      <p:sp>
        <p:nvSpPr>
          <p:cNvPr id="3" name="Footer Placeholder 2">
            <a:extLst>
              <a:ext uri="{FF2B5EF4-FFF2-40B4-BE49-F238E27FC236}">
                <a16:creationId xmlns:a16="http://schemas.microsoft.com/office/drawing/2014/main" id="{D6EFBEEC-1439-F24E-9C72-71E7ACB849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F5F33DE-61E6-72F1-32EB-54DE470F9C31}"/>
              </a:ext>
            </a:extLst>
          </p:cNvPr>
          <p:cNvSpPr>
            <a:spLocks noGrp="1"/>
          </p:cNvSpPr>
          <p:nvPr>
            <p:ph type="sldNum" sz="quarter" idx="12"/>
          </p:nvPr>
        </p:nvSpPr>
        <p:spPr/>
        <p:txBody>
          <a:bodyPr/>
          <a:lstStyle/>
          <a:p>
            <a:fld id="{C7723666-6971-426E-B50E-E1BBE93D34EE}" type="slidenum">
              <a:rPr lang="en-US" smtClean="0"/>
              <a:t>‹#›</a:t>
            </a:fld>
            <a:endParaRPr lang="en-US"/>
          </a:p>
        </p:txBody>
      </p:sp>
    </p:spTree>
    <p:extLst>
      <p:ext uri="{BB962C8B-B14F-4D97-AF65-F5344CB8AC3E}">
        <p14:creationId xmlns:p14="http://schemas.microsoft.com/office/powerpoint/2010/main" val="22167574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7EF36-4249-EADB-7483-1A37135D4C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15537DF-AE85-A0BB-FD87-DE31203A48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6F6638B-0AB5-5835-3FF5-73BFDBEDF1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C7E8CE-A23A-8148-1326-83FA44E0DF46}"/>
              </a:ext>
            </a:extLst>
          </p:cNvPr>
          <p:cNvSpPr>
            <a:spLocks noGrp="1"/>
          </p:cNvSpPr>
          <p:nvPr>
            <p:ph type="dt" sz="half" idx="10"/>
          </p:nvPr>
        </p:nvSpPr>
        <p:spPr/>
        <p:txBody>
          <a:bodyPr/>
          <a:lstStyle/>
          <a:p>
            <a:fld id="{C29906BF-67A6-4537-95DE-515890206B39}" type="datetimeFigureOut">
              <a:rPr lang="en-US" smtClean="0"/>
              <a:t>8/3/2026</a:t>
            </a:fld>
            <a:endParaRPr lang="en-US"/>
          </a:p>
        </p:txBody>
      </p:sp>
      <p:sp>
        <p:nvSpPr>
          <p:cNvPr id="6" name="Footer Placeholder 5">
            <a:extLst>
              <a:ext uri="{FF2B5EF4-FFF2-40B4-BE49-F238E27FC236}">
                <a16:creationId xmlns:a16="http://schemas.microsoft.com/office/drawing/2014/main" id="{CFB7A8B2-70AE-1295-FA72-E78B05D783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A985FF5-29FD-8F50-66F7-047AECBCAB45}"/>
              </a:ext>
            </a:extLst>
          </p:cNvPr>
          <p:cNvSpPr>
            <a:spLocks noGrp="1"/>
          </p:cNvSpPr>
          <p:nvPr>
            <p:ph type="sldNum" sz="quarter" idx="12"/>
          </p:nvPr>
        </p:nvSpPr>
        <p:spPr/>
        <p:txBody>
          <a:bodyPr/>
          <a:lstStyle/>
          <a:p>
            <a:fld id="{C7723666-6971-426E-B50E-E1BBE93D34EE}" type="slidenum">
              <a:rPr lang="en-US" smtClean="0"/>
              <a:t>‹#›</a:t>
            </a:fld>
            <a:endParaRPr lang="en-US"/>
          </a:p>
        </p:txBody>
      </p:sp>
    </p:spTree>
    <p:extLst>
      <p:ext uri="{BB962C8B-B14F-4D97-AF65-F5344CB8AC3E}">
        <p14:creationId xmlns:p14="http://schemas.microsoft.com/office/powerpoint/2010/main" val="623098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B1D51-F686-7DF9-CEC3-04F8E5A138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47C9F62-BD25-F8C8-1CF9-3E7E11727E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2D4B995-C365-01AF-C6D8-0B0789EDA6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C389C8-0AA9-CC3A-C40A-A78BA3744B14}"/>
              </a:ext>
            </a:extLst>
          </p:cNvPr>
          <p:cNvSpPr>
            <a:spLocks noGrp="1"/>
          </p:cNvSpPr>
          <p:nvPr>
            <p:ph type="dt" sz="half" idx="10"/>
          </p:nvPr>
        </p:nvSpPr>
        <p:spPr/>
        <p:txBody>
          <a:bodyPr/>
          <a:lstStyle/>
          <a:p>
            <a:fld id="{C29906BF-67A6-4537-95DE-515890206B39}" type="datetimeFigureOut">
              <a:rPr lang="en-US" smtClean="0"/>
              <a:t>8/3/2026</a:t>
            </a:fld>
            <a:endParaRPr lang="en-US"/>
          </a:p>
        </p:txBody>
      </p:sp>
      <p:sp>
        <p:nvSpPr>
          <p:cNvPr id="6" name="Footer Placeholder 5">
            <a:extLst>
              <a:ext uri="{FF2B5EF4-FFF2-40B4-BE49-F238E27FC236}">
                <a16:creationId xmlns:a16="http://schemas.microsoft.com/office/drawing/2014/main" id="{51EBA260-3DE8-EB66-204A-3D99B1B355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A45F7C-4CE4-835D-E85F-55D5152EA2F5}"/>
              </a:ext>
            </a:extLst>
          </p:cNvPr>
          <p:cNvSpPr>
            <a:spLocks noGrp="1"/>
          </p:cNvSpPr>
          <p:nvPr>
            <p:ph type="sldNum" sz="quarter" idx="12"/>
          </p:nvPr>
        </p:nvSpPr>
        <p:spPr/>
        <p:txBody>
          <a:bodyPr/>
          <a:lstStyle/>
          <a:p>
            <a:fld id="{C7723666-6971-426E-B50E-E1BBE93D34EE}" type="slidenum">
              <a:rPr lang="en-US" smtClean="0"/>
              <a:t>‹#›</a:t>
            </a:fld>
            <a:endParaRPr lang="en-US"/>
          </a:p>
        </p:txBody>
      </p:sp>
    </p:spTree>
    <p:extLst>
      <p:ext uri="{BB962C8B-B14F-4D97-AF65-F5344CB8AC3E}">
        <p14:creationId xmlns:p14="http://schemas.microsoft.com/office/powerpoint/2010/main" val="29087567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C3701-1943-21C3-F8C2-8AC4192A29E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5097D95-18C8-1BFA-CC35-1F3F303092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FB299C-964B-DB2E-8560-4FA9DA92BD84}"/>
              </a:ext>
            </a:extLst>
          </p:cNvPr>
          <p:cNvSpPr>
            <a:spLocks noGrp="1"/>
          </p:cNvSpPr>
          <p:nvPr>
            <p:ph type="dt" sz="half" idx="10"/>
          </p:nvPr>
        </p:nvSpPr>
        <p:spPr/>
        <p:txBody>
          <a:bodyPr/>
          <a:lstStyle/>
          <a:p>
            <a:fld id="{C29906BF-67A6-4537-95DE-515890206B39}" type="datetimeFigureOut">
              <a:rPr lang="en-US" smtClean="0"/>
              <a:t>8/3/2026</a:t>
            </a:fld>
            <a:endParaRPr lang="en-US"/>
          </a:p>
        </p:txBody>
      </p:sp>
      <p:sp>
        <p:nvSpPr>
          <p:cNvPr id="5" name="Footer Placeholder 4">
            <a:extLst>
              <a:ext uri="{FF2B5EF4-FFF2-40B4-BE49-F238E27FC236}">
                <a16:creationId xmlns:a16="http://schemas.microsoft.com/office/drawing/2014/main" id="{CFC10DE5-AFBD-1C1E-4449-783CB8F736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0371EB-6560-378A-D45E-8A10E7B66989}"/>
              </a:ext>
            </a:extLst>
          </p:cNvPr>
          <p:cNvSpPr>
            <a:spLocks noGrp="1"/>
          </p:cNvSpPr>
          <p:nvPr>
            <p:ph type="sldNum" sz="quarter" idx="12"/>
          </p:nvPr>
        </p:nvSpPr>
        <p:spPr/>
        <p:txBody>
          <a:bodyPr/>
          <a:lstStyle/>
          <a:p>
            <a:fld id="{C7723666-6971-426E-B50E-E1BBE93D34EE}" type="slidenum">
              <a:rPr lang="en-US" smtClean="0"/>
              <a:t>‹#›</a:t>
            </a:fld>
            <a:endParaRPr lang="en-US"/>
          </a:p>
        </p:txBody>
      </p:sp>
    </p:spTree>
    <p:extLst>
      <p:ext uri="{BB962C8B-B14F-4D97-AF65-F5344CB8AC3E}">
        <p14:creationId xmlns:p14="http://schemas.microsoft.com/office/powerpoint/2010/main" val="3383478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763155-ACA3-8C18-691D-018571A9CB3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363C8F8-9E6C-1D79-AF7D-74A46F39F87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44BC6A-1CDA-A899-8328-DC767DB17778}"/>
              </a:ext>
            </a:extLst>
          </p:cNvPr>
          <p:cNvSpPr>
            <a:spLocks noGrp="1"/>
          </p:cNvSpPr>
          <p:nvPr>
            <p:ph type="dt" sz="half" idx="10"/>
          </p:nvPr>
        </p:nvSpPr>
        <p:spPr/>
        <p:txBody>
          <a:bodyPr/>
          <a:lstStyle/>
          <a:p>
            <a:fld id="{C29906BF-67A6-4537-95DE-515890206B39}" type="datetimeFigureOut">
              <a:rPr lang="en-US" smtClean="0"/>
              <a:t>8/3/2026</a:t>
            </a:fld>
            <a:endParaRPr lang="en-US"/>
          </a:p>
        </p:txBody>
      </p:sp>
      <p:sp>
        <p:nvSpPr>
          <p:cNvPr id="5" name="Footer Placeholder 4">
            <a:extLst>
              <a:ext uri="{FF2B5EF4-FFF2-40B4-BE49-F238E27FC236}">
                <a16:creationId xmlns:a16="http://schemas.microsoft.com/office/drawing/2014/main" id="{813DD4FE-3A6D-8DB6-18C7-F3192CD080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461FC8-439C-1511-BC1C-E137FEEDF753}"/>
              </a:ext>
            </a:extLst>
          </p:cNvPr>
          <p:cNvSpPr>
            <a:spLocks noGrp="1"/>
          </p:cNvSpPr>
          <p:nvPr>
            <p:ph type="sldNum" sz="quarter" idx="12"/>
          </p:nvPr>
        </p:nvSpPr>
        <p:spPr/>
        <p:txBody>
          <a:bodyPr/>
          <a:lstStyle/>
          <a:p>
            <a:fld id="{C7723666-6971-426E-B50E-E1BBE93D34EE}" type="slidenum">
              <a:rPr lang="en-US" smtClean="0"/>
              <a:t>‹#›</a:t>
            </a:fld>
            <a:endParaRPr lang="en-US"/>
          </a:p>
        </p:txBody>
      </p:sp>
    </p:spTree>
    <p:extLst>
      <p:ext uri="{BB962C8B-B14F-4D97-AF65-F5344CB8AC3E}">
        <p14:creationId xmlns:p14="http://schemas.microsoft.com/office/powerpoint/2010/main" val="30780687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ver_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748CF3F-C310-A798-3FC5-A1091EC24F32}"/>
              </a:ext>
            </a:extLst>
          </p:cNvPr>
          <p:cNvSpPr/>
          <p:nvPr userDrawn="1"/>
        </p:nvSpPr>
        <p:spPr>
          <a:xfrm>
            <a:off x="0" y="0"/>
            <a:ext cx="12192000" cy="6858000"/>
          </a:xfrm>
          <a:prstGeom prst="rect">
            <a:avLst/>
          </a:prstGeom>
          <a:solidFill>
            <a:srgbClr val="0902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a:p>
        </p:txBody>
      </p:sp>
      <p:pic>
        <p:nvPicPr>
          <p:cNvPr id="2" name="Picture 1">
            <a:extLst>
              <a:ext uri="{FF2B5EF4-FFF2-40B4-BE49-F238E27FC236}">
                <a16:creationId xmlns:a16="http://schemas.microsoft.com/office/drawing/2014/main" id="{E6440974-A0F0-F14F-D260-E09DA671DCDA}"/>
              </a:ext>
            </a:extLst>
          </p:cNvPr>
          <p:cNvPicPr>
            <a:picLocks noChangeAspect="1"/>
          </p:cNvPicPr>
          <p:nvPr userDrawn="1"/>
        </p:nvPicPr>
        <p:blipFill rotWithShape="1">
          <a:blip r:embed="rId2"/>
          <a:srcRect t="2412" r="2103"/>
          <a:stretch/>
        </p:blipFill>
        <p:spPr>
          <a:xfrm flipH="1">
            <a:off x="1133473" y="657277"/>
            <a:ext cx="11058523" cy="6200724"/>
          </a:xfrm>
          <a:prstGeom prst="rect">
            <a:avLst/>
          </a:prstGeom>
        </p:spPr>
      </p:pic>
      <p:pic>
        <p:nvPicPr>
          <p:cNvPr id="4" name="Graphic 3">
            <a:extLst>
              <a:ext uri="{FF2B5EF4-FFF2-40B4-BE49-F238E27FC236}">
                <a16:creationId xmlns:a16="http://schemas.microsoft.com/office/drawing/2014/main" id="{1A0F37DD-1BE1-1AE7-5545-AEDAA9BD327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39273" y="334877"/>
            <a:ext cx="3276600" cy="491491"/>
          </a:xfrm>
          <a:prstGeom prst="rect">
            <a:avLst/>
          </a:prstGeom>
        </p:spPr>
      </p:pic>
      <p:pic>
        <p:nvPicPr>
          <p:cNvPr id="6" name="Graphic 5">
            <a:extLst>
              <a:ext uri="{FF2B5EF4-FFF2-40B4-BE49-F238E27FC236}">
                <a16:creationId xmlns:a16="http://schemas.microsoft.com/office/drawing/2014/main" id="{DBDFB105-664C-C269-9783-3021DFF7A14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977104" y="503969"/>
            <a:ext cx="2776539" cy="153307"/>
          </a:xfrm>
          <a:prstGeom prst="rect">
            <a:avLst/>
          </a:prstGeom>
        </p:spPr>
      </p:pic>
      <p:sp>
        <p:nvSpPr>
          <p:cNvPr id="10" name="Rectangle 9">
            <a:extLst>
              <a:ext uri="{FF2B5EF4-FFF2-40B4-BE49-F238E27FC236}">
                <a16:creationId xmlns:a16="http://schemas.microsoft.com/office/drawing/2014/main" id="{F1F3F5F4-3820-5854-232F-CF1E10F6076E}"/>
              </a:ext>
            </a:extLst>
          </p:cNvPr>
          <p:cNvSpPr/>
          <p:nvPr userDrawn="1"/>
        </p:nvSpPr>
        <p:spPr>
          <a:xfrm>
            <a:off x="1" y="5356861"/>
            <a:ext cx="6316980" cy="1501139"/>
          </a:xfrm>
          <a:prstGeom prst="rect">
            <a:avLst/>
          </a:prstGeom>
          <a:gradFill flip="none" rotWithShape="1">
            <a:gsLst>
              <a:gs pos="0">
                <a:schemeClr val="tx1">
                  <a:alpha val="87000"/>
                </a:schemeClr>
              </a:gs>
              <a:gs pos="100000">
                <a:schemeClr val="tx1">
                  <a:alpha val="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51"/>
          </a:p>
        </p:txBody>
      </p:sp>
      <p:grpSp>
        <p:nvGrpSpPr>
          <p:cNvPr id="13" name="Group 12">
            <a:extLst>
              <a:ext uri="{FF2B5EF4-FFF2-40B4-BE49-F238E27FC236}">
                <a16:creationId xmlns:a16="http://schemas.microsoft.com/office/drawing/2014/main" id="{977ABC60-1015-CA7D-6165-EAB4CE2A7F00}"/>
              </a:ext>
            </a:extLst>
          </p:cNvPr>
          <p:cNvGrpSpPr/>
          <p:nvPr userDrawn="1"/>
        </p:nvGrpSpPr>
        <p:grpSpPr>
          <a:xfrm>
            <a:off x="445175" y="2002466"/>
            <a:ext cx="3741293" cy="2851865"/>
            <a:chOff x="435649" y="2002465"/>
            <a:chExt cx="3741293" cy="2851865"/>
          </a:xfrm>
        </p:grpSpPr>
        <p:sp>
          <p:nvSpPr>
            <p:cNvPr id="7" name="TextBox 6">
              <a:extLst>
                <a:ext uri="{FF2B5EF4-FFF2-40B4-BE49-F238E27FC236}">
                  <a16:creationId xmlns:a16="http://schemas.microsoft.com/office/drawing/2014/main" id="{FD3AC36E-B320-78DD-E691-BE855821E7FE}"/>
                </a:ext>
              </a:extLst>
            </p:cNvPr>
            <p:cNvSpPr txBox="1"/>
            <p:nvPr userDrawn="1"/>
          </p:nvSpPr>
          <p:spPr>
            <a:xfrm>
              <a:off x="2111804" y="2805753"/>
              <a:ext cx="2065138" cy="1246495"/>
            </a:xfrm>
            <a:prstGeom prst="rect">
              <a:avLst/>
            </a:prstGeom>
            <a:noFill/>
          </p:spPr>
          <p:txBody>
            <a:bodyPr wrap="square" rtlCol="0" anchor="ctr">
              <a:spAutoFit/>
            </a:bodyPr>
            <a:lstStyle/>
            <a:p>
              <a:r>
                <a:rPr lang="en-IN" sz="2500">
                  <a:solidFill>
                    <a:schemeClr val="bg1"/>
                  </a:solidFill>
                </a:rPr>
                <a:t>Purposeful. </a:t>
              </a:r>
            </a:p>
            <a:p>
              <a:r>
                <a:rPr lang="en-IN" sz="2500">
                  <a:solidFill>
                    <a:schemeClr val="bg1"/>
                  </a:solidFill>
                </a:rPr>
                <a:t>Agile.</a:t>
              </a:r>
            </a:p>
            <a:p>
              <a:r>
                <a:rPr lang="en-IN" sz="2500">
                  <a:solidFill>
                    <a:schemeClr val="bg1"/>
                  </a:solidFill>
                </a:rPr>
                <a:t>Engineering.</a:t>
              </a:r>
            </a:p>
          </p:txBody>
        </p:sp>
        <p:pic>
          <p:nvPicPr>
            <p:cNvPr id="12" name="Graphic 11">
              <a:extLst>
                <a:ext uri="{FF2B5EF4-FFF2-40B4-BE49-F238E27FC236}">
                  <a16:creationId xmlns:a16="http://schemas.microsoft.com/office/drawing/2014/main" id="{F5173B0F-EFDF-09D6-E856-07569D6567B1}"/>
                </a:ext>
              </a:extLst>
            </p:cNvPr>
            <p:cNvPicPr>
              <a:picLocks noChangeAspect="1"/>
            </p:cNvPicPr>
            <p:nvPr userDrawn="1"/>
          </p:nvPicPr>
          <p:blipFill>
            <a:blip>
              <a:extLst>
                <a:ext uri="{96DAC541-7B7A-43D3-8B79-37D633B846F1}">
                  <asvg:svgBlip xmlns:asvg="http://schemas.microsoft.com/office/drawing/2016/SVG/main" r:embed="rId5"/>
                </a:ext>
              </a:extLst>
            </a:blip>
            <a:srcRect/>
            <a:stretch>
              <a:fillRect/>
            </a:stretch>
          </p:blipFill>
          <p:spPr>
            <a:xfrm>
              <a:off x="435649" y="2002465"/>
              <a:ext cx="3074351" cy="2851865"/>
            </a:xfrm>
            <a:custGeom>
              <a:avLst/>
              <a:gdLst>
                <a:gd name="connsiteX0" fmla="*/ 0 w 3074351"/>
                <a:gd name="connsiteY0" fmla="*/ 0 h 2851865"/>
                <a:gd name="connsiteX1" fmla="*/ 3074351 w 3074351"/>
                <a:gd name="connsiteY1" fmla="*/ 0 h 2851865"/>
                <a:gd name="connsiteX2" fmla="*/ 3074351 w 3074351"/>
                <a:gd name="connsiteY2" fmla="*/ 883610 h 2851865"/>
                <a:gd name="connsiteX3" fmla="*/ 1603216 w 3074351"/>
                <a:gd name="connsiteY3" fmla="*/ 883610 h 2851865"/>
                <a:gd name="connsiteX4" fmla="*/ 1603216 w 3074351"/>
                <a:gd name="connsiteY4" fmla="*/ 2030732 h 2851865"/>
                <a:gd name="connsiteX5" fmla="*/ 3074351 w 3074351"/>
                <a:gd name="connsiteY5" fmla="*/ 2030732 h 2851865"/>
                <a:gd name="connsiteX6" fmla="*/ 3074351 w 3074351"/>
                <a:gd name="connsiteY6" fmla="*/ 2851865 h 2851865"/>
                <a:gd name="connsiteX7" fmla="*/ 0 w 3074351"/>
                <a:gd name="connsiteY7" fmla="*/ 2851865 h 2851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74351" h="2851865">
                  <a:moveTo>
                    <a:pt x="0" y="0"/>
                  </a:moveTo>
                  <a:lnTo>
                    <a:pt x="3074351" y="0"/>
                  </a:lnTo>
                  <a:lnTo>
                    <a:pt x="3074351" y="883610"/>
                  </a:lnTo>
                  <a:lnTo>
                    <a:pt x="1603216" y="883610"/>
                  </a:lnTo>
                  <a:lnTo>
                    <a:pt x="1603216" y="2030732"/>
                  </a:lnTo>
                  <a:lnTo>
                    <a:pt x="3074351" y="2030732"/>
                  </a:lnTo>
                  <a:lnTo>
                    <a:pt x="3074351" y="2851865"/>
                  </a:lnTo>
                  <a:lnTo>
                    <a:pt x="0" y="2851865"/>
                  </a:lnTo>
                  <a:close/>
                </a:path>
              </a:pathLst>
            </a:custGeom>
          </p:spPr>
        </p:pic>
      </p:grpSp>
    </p:spTree>
    <p:extLst>
      <p:ext uri="{BB962C8B-B14F-4D97-AF65-F5344CB8AC3E}">
        <p14:creationId xmlns:p14="http://schemas.microsoft.com/office/powerpoint/2010/main" val="21112031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ext_Slide">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3BBF3F82-3C53-C5AA-C727-A678218BE83F}"/>
              </a:ext>
            </a:extLst>
          </p:cNvPr>
          <p:cNvSpPr>
            <a:spLocks noGrp="1"/>
          </p:cNvSpPr>
          <p:nvPr>
            <p:ph type="title" hasCustomPrompt="1"/>
          </p:nvPr>
        </p:nvSpPr>
        <p:spPr bwMode="gray">
          <a:xfrm>
            <a:off x="464000" y="243840"/>
            <a:ext cx="11270800" cy="546360"/>
          </a:xfrm>
          <a:prstGeom prst="rect">
            <a:avLst/>
          </a:prstGeom>
        </p:spPr>
        <p:txBody>
          <a:bodyPr lIns="0" rIns="0" anchor="b">
            <a:normAutofit/>
          </a:bodyPr>
          <a:lstStyle>
            <a:lvl1pPr>
              <a:defRPr sz="3200" b="1">
                <a:solidFill>
                  <a:schemeClr val="tx1"/>
                </a:solidFill>
                <a:latin typeface="Calibri" charset="0"/>
                <a:ea typeface="Calibri" charset="0"/>
                <a:cs typeface="Calibri" charset="0"/>
              </a:defRPr>
            </a:lvl1pPr>
          </a:lstStyle>
          <a:p>
            <a:r>
              <a:rPr lang="en-US"/>
              <a:t>Click to edit title text</a:t>
            </a:r>
          </a:p>
        </p:txBody>
      </p:sp>
      <p:sp>
        <p:nvSpPr>
          <p:cNvPr id="2" name="Text Placeholder 2">
            <a:extLst>
              <a:ext uri="{FF2B5EF4-FFF2-40B4-BE49-F238E27FC236}">
                <a16:creationId xmlns:a16="http://schemas.microsoft.com/office/drawing/2014/main" id="{0AF73541-B415-9FCA-5C11-836A8EFE11C3}"/>
              </a:ext>
            </a:extLst>
          </p:cNvPr>
          <p:cNvSpPr>
            <a:spLocks noGrp="1"/>
          </p:cNvSpPr>
          <p:nvPr>
            <p:ph type="body" sz="quarter" idx="11" hasCustomPrompt="1"/>
          </p:nvPr>
        </p:nvSpPr>
        <p:spPr>
          <a:xfrm>
            <a:off x="499380" y="1240152"/>
            <a:ext cx="11235421" cy="4733925"/>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382B1CFF-1E57-3907-DE1F-902FF92453FF}"/>
              </a:ext>
            </a:extLst>
          </p:cNvPr>
          <p:cNvPicPr>
            <a:picLocks noChangeAspect="1"/>
          </p:cNvPicPr>
          <p:nvPr userDrawn="1"/>
        </p:nvPicPr>
        <p:blipFill>
          <a:blip r:embed="rId2"/>
          <a:stretch>
            <a:fillRect/>
          </a:stretch>
        </p:blipFill>
        <p:spPr>
          <a:xfrm flipV="1">
            <a:off x="12008146" y="0"/>
            <a:ext cx="183855" cy="6858000"/>
          </a:xfrm>
          <a:prstGeom prst="rect">
            <a:avLst/>
          </a:prstGeom>
        </p:spPr>
      </p:pic>
      <p:sp>
        <p:nvSpPr>
          <p:cNvPr id="5" name="Rectangle 4">
            <a:extLst>
              <a:ext uri="{FF2B5EF4-FFF2-40B4-BE49-F238E27FC236}">
                <a16:creationId xmlns:a16="http://schemas.microsoft.com/office/drawing/2014/main" id="{77FB8498-7694-6564-5B20-A2BAE2DBB53F}"/>
              </a:ext>
            </a:extLst>
          </p:cNvPr>
          <p:cNvSpPr/>
          <p:nvPr userDrawn="1"/>
        </p:nvSpPr>
        <p:spPr>
          <a:xfrm>
            <a:off x="460600" y="830469"/>
            <a:ext cx="11270800" cy="36000"/>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a:p>
        </p:txBody>
      </p:sp>
    </p:spTree>
    <p:extLst>
      <p:ext uri="{BB962C8B-B14F-4D97-AF65-F5344CB8AC3E}">
        <p14:creationId xmlns:p14="http://schemas.microsoft.com/office/powerpoint/2010/main" val="23740797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C62C43-D87E-57B9-F0E6-8B91DFAA8B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7F2F1A1-51EE-7096-0930-B1F72C0BC8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DDEBE2-9A92-5CAA-1D50-04FF4FA1F7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29906BF-67A6-4537-95DE-515890206B39}" type="datetimeFigureOut">
              <a:rPr lang="en-US" smtClean="0"/>
              <a:t>8/3/2026</a:t>
            </a:fld>
            <a:endParaRPr lang="en-US"/>
          </a:p>
        </p:txBody>
      </p:sp>
      <p:sp>
        <p:nvSpPr>
          <p:cNvPr id="5" name="Footer Placeholder 4">
            <a:extLst>
              <a:ext uri="{FF2B5EF4-FFF2-40B4-BE49-F238E27FC236}">
                <a16:creationId xmlns:a16="http://schemas.microsoft.com/office/drawing/2014/main" id="{6B0ED233-5520-F2B1-3263-9D93885379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D1E34B1-C964-7DBF-876F-46E161A88E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7723666-6971-426E-B50E-E1BBE93D34EE}" type="slidenum">
              <a:rPr lang="en-US" smtClean="0"/>
              <a:t>‹#›</a:t>
            </a:fld>
            <a:endParaRPr lang="en-US"/>
          </a:p>
        </p:txBody>
      </p:sp>
    </p:spTree>
    <p:extLst>
      <p:ext uri="{BB962C8B-B14F-4D97-AF65-F5344CB8AC3E}">
        <p14:creationId xmlns:p14="http://schemas.microsoft.com/office/powerpoint/2010/main" val="17269116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1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A38CF-FEB3-352A-4F0E-2A3ED6E0C001}"/>
            </a:ext>
          </a:extLst>
        </p:cNvPr>
        <p:cNvGrpSpPr/>
        <p:nvPr/>
      </p:nvGrpSpPr>
      <p:grpSpPr>
        <a:xfrm>
          <a:off x="0" y="0"/>
          <a:ext cx="0" cy="0"/>
          <a:chOff x="0" y="0"/>
          <a:chExt cx="0" cy="0"/>
        </a:xfrm>
      </p:grpSpPr>
      <p:sp>
        <p:nvSpPr>
          <p:cNvPr id="14" name="Text Placeholder 1">
            <a:extLst>
              <a:ext uri="{FF2B5EF4-FFF2-40B4-BE49-F238E27FC236}">
                <a16:creationId xmlns:a16="http://schemas.microsoft.com/office/drawing/2014/main" id="{6C903DCE-8E92-3A1A-0F4E-C38248F37AC7}"/>
              </a:ext>
            </a:extLst>
          </p:cNvPr>
          <p:cNvSpPr txBox="1">
            <a:spLocks/>
          </p:cNvSpPr>
          <p:nvPr/>
        </p:nvSpPr>
        <p:spPr>
          <a:xfrm>
            <a:off x="4427205" y="2791060"/>
            <a:ext cx="7764796" cy="101653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733" b="1" dirty="0">
                <a:solidFill>
                  <a:schemeClr val="bg1"/>
                </a:solidFill>
              </a:rPr>
              <a:t>NVIDIA NIM</a:t>
            </a:r>
          </a:p>
        </p:txBody>
      </p:sp>
      <p:sp>
        <p:nvSpPr>
          <p:cNvPr id="7" name="Text Placeholder 24">
            <a:extLst>
              <a:ext uri="{FF2B5EF4-FFF2-40B4-BE49-F238E27FC236}">
                <a16:creationId xmlns:a16="http://schemas.microsoft.com/office/drawing/2014/main" id="{7CB5CAD9-55B4-7509-DE8F-3002D6DB1CF9}"/>
              </a:ext>
            </a:extLst>
          </p:cNvPr>
          <p:cNvSpPr txBox="1">
            <a:spLocks/>
          </p:cNvSpPr>
          <p:nvPr/>
        </p:nvSpPr>
        <p:spPr>
          <a:xfrm>
            <a:off x="7207624" y="5210637"/>
            <a:ext cx="4546227" cy="372871"/>
          </a:xfrm>
          <a:prstGeom prst="rect">
            <a:avLst/>
          </a:prstGeom>
        </p:spPr>
        <p:txBody>
          <a:bodyPr anchor="ctr"/>
          <a:lstStyle>
            <a:lvl1pPr marL="0" indent="0" algn="r" defTabSz="914400" rtl="0" eaLnBrk="1" latinLnBrk="0" hangingPunct="1">
              <a:lnSpc>
                <a:spcPct val="90000"/>
              </a:lnSpc>
              <a:spcBef>
                <a:spcPts val="1000"/>
              </a:spcBef>
              <a:buFont typeface="Arial" panose="020B0604020202020204" pitchFamily="34" charset="0"/>
              <a:buNone/>
              <a:defRPr sz="2400" b="1"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1219170">
              <a:spcBef>
                <a:spcPts val="1333"/>
              </a:spcBef>
              <a:defRPr/>
            </a:pPr>
            <a:endParaRPr lang="en-IN" dirty="0">
              <a:solidFill>
                <a:srgbClr val="FFC000"/>
              </a:solidFill>
              <a:latin typeface="Calibri" panose="020F0502020204030204"/>
            </a:endParaRPr>
          </a:p>
        </p:txBody>
      </p:sp>
    </p:spTree>
    <p:extLst>
      <p:ext uri="{BB962C8B-B14F-4D97-AF65-F5344CB8AC3E}">
        <p14:creationId xmlns:p14="http://schemas.microsoft.com/office/powerpoint/2010/main" val="2928982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D0460-1597-4B82-E801-61FC5307C9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D39151-E64E-BFE4-5AAB-5DA372BCC334}"/>
              </a:ext>
            </a:extLst>
          </p:cNvPr>
          <p:cNvSpPr>
            <a:spLocks noGrp="1"/>
          </p:cNvSpPr>
          <p:nvPr>
            <p:ph type="title"/>
          </p:nvPr>
        </p:nvSpPr>
        <p:spPr/>
        <p:txBody>
          <a:bodyPr>
            <a:normAutofit/>
          </a:bodyPr>
          <a:lstStyle/>
          <a:p>
            <a:r>
              <a:rPr lang="en-US" dirty="0"/>
              <a:t>The Current Challenge</a:t>
            </a:r>
          </a:p>
        </p:txBody>
      </p:sp>
      <p:sp>
        <p:nvSpPr>
          <p:cNvPr id="3" name="Text Placeholder 2">
            <a:extLst>
              <a:ext uri="{FF2B5EF4-FFF2-40B4-BE49-F238E27FC236}">
                <a16:creationId xmlns:a16="http://schemas.microsoft.com/office/drawing/2014/main" id="{799E60D2-4F39-8D49-46BB-70EC64CC2796}"/>
              </a:ext>
            </a:extLst>
          </p:cNvPr>
          <p:cNvSpPr>
            <a:spLocks noGrp="1"/>
          </p:cNvSpPr>
          <p:nvPr>
            <p:ph type="body" sz="quarter" idx="11"/>
          </p:nvPr>
        </p:nvSpPr>
        <p:spPr>
          <a:xfrm>
            <a:off x="464000" y="1062037"/>
            <a:ext cx="11235421" cy="4733925"/>
          </a:xfrm>
        </p:spPr>
        <p:txBody>
          <a:bodyPr>
            <a:noAutofit/>
          </a:bodyPr>
          <a:lstStyle/>
          <a:p>
            <a:pPr marL="0" indent="0">
              <a:buNone/>
            </a:pPr>
            <a:r>
              <a:rPr lang="en-US" sz="1400" b="1" dirty="0"/>
              <a:t>Deploying AI Models is More Difficult Than Building AI Applications</a:t>
            </a:r>
          </a:p>
          <a:p>
            <a:pPr marL="0" indent="0">
              <a:buNone/>
            </a:pPr>
            <a:endParaRPr lang="en-US" sz="1400" dirty="0"/>
          </a:p>
          <a:p>
            <a:pPr marL="0" indent="0">
              <a:buNone/>
            </a:pPr>
            <a:r>
              <a:rPr lang="en-US" sz="1400" dirty="0"/>
              <a:t>Organizations increasingly use Large Language Models (LLMs), Vision Language Models (VLMs), and embedding models.</a:t>
            </a:r>
          </a:p>
          <a:p>
            <a:pPr marL="0" indent="0">
              <a:buNone/>
            </a:pPr>
            <a:r>
              <a:rPr lang="en-US" sz="1400" dirty="0"/>
              <a:t>However, deploying these models into production requires significant engineering effort.</a:t>
            </a:r>
          </a:p>
          <a:p>
            <a:pPr marL="0" indent="0">
              <a:buNone/>
            </a:pPr>
            <a:endParaRPr lang="en-US" sz="1400" dirty="0"/>
          </a:p>
          <a:p>
            <a:pPr marL="0" indent="0">
              <a:buNone/>
            </a:pPr>
            <a:r>
              <a:rPr lang="en-US" sz="1400" b="1" dirty="0"/>
              <a:t>Common challenges include:</a:t>
            </a:r>
          </a:p>
          <a:p>
            <a:r>
              <a:rPr lang="en-US" sz="1400" dirty="0"/>
              <a:t>Model downloading and management</a:t>
            </a:r>
          </a:p>
          <a:p>
            <a:r>
              <a:rPr lang="en-US" sz="1400" dirty="0"/>
              <a:t>GPU configuration (CUDA, drivers)</a:t>
            </a:r>
          </a:p>
          <a:p>
            <a:r>
              <a:rPr lang="en-US" sz="1400" dirty="0"/>
              <a:t>Performance optimization</a:t>
            </a:r>
          </a:p>
          <a:p>
            <a:r>
              <a:rPr lang="en-US" sz="1400" dirty="0"/>
              <a:t>API development</a:t>
            </a:r>
          </a:p>
          <a:p>
            <a:r>
              <a:rPr lang="en-US" sz="1400" dirty="0"/>
              <a:t>Scalability</a:t>
            </a:r>
          </a:p>
          <a:p>
            <a:r>
              <a:rPr lang="en-US" sz="1400" dirty="0"/>
              <a:t>Monitoring and maintenance</a:t>
            </a:r>
          </a:p>
          <a:p>
            <a:r>
              <a:rPr lang="en-US" sz="1400" dirty="0"/>
              <a:t>Supporting multiple concurrent users</a:t>
            </a:r>
          </a:p>
          <a:p>
            <a:pPr marL="0" indent="0">
              <a:buNone/>
            </a:pPr>
            <a:endParaRPr lang="en-US" sz="1400" dirty="0"/>
          </a:p>
          <a:p>
            <a:pPr marL="0" indent="0">
              <a:buNone/>
            </a:pPr>
            <a:r>
              <a:rPr lang="en-US" sz="1400" b="1" dirty="0"/>
              <a:t>Key Question:</a:t>
            </a:r>
            <a:endParaRPr lang="en-US" sz="1400" dirty="0"/>
          </a:p>
          <a:p>
            <a:pPr marL="0" indent="0">
              <a:buNone/>
            </a:pPr>
            <a:r>
              <a:rPr lang="en-US" sz="1400" dirty="0"/>
              <a:t>How can organizations deploy AI models quickly without spending weeks building infrastructure?</a:t>
            </a:r>
          </a:p>
        </p:txBody>
      </p:sp>
    </p:spTree>
    <p:extLst>
      <p:ext uri="{BB962C8B-B14F-4D97-AF65-F5344CB8AC3E}">
        <p14:creationId xmlns:p14="http://schemas.microsoft.com/office/powerpoint/2010/main" val="5100459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03CA2-72B0-F6B1-DE22-5F4922A674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6F1F86-5961-040B-77A5-01BBA0C9E89F}"/>
              </a:ext>
            </a:extLst>
          </p:cNvPr>
          <p:cNvSpPr>
            <a:spLocks noGrp="1"/>
          </p:cNvSpPr>
          <p:nvPr>
            <p:ph type="title"/>
          </p:nvPr>
        </p:nvSpPr>
        <p:spPr/>
        <p:txBody>
          <a:bodyPr>
            <a:normAutofit/>
          </a:bodyPr>
          <a:lstStyle/>
          <a:p>
            <a:r>
              <a:rPr lang="en-US" dirty="0"/>
              <a:t>What is NVIDIA NIM?</a:t>
            </a:r>
          </a:p>
        </p:txBody>
      </p:sp>
      <p:sp>
        <p:nvSpPr>
          <p:cNvPr id="3" name="Text Placeholder 2">
            <a:extLst>
              <a:ext uri="{FF2B5EF4-FFF2-40B4-BE49-F238E27FC236}">
                <a16:creationId xmlns:a16="http://schemas.microsoft.com/office/drawing/2014/main" id="{BA4D0C8B-E889-A737-044E-28AAEF348EF6}"/>
              </a:ext>
            </a:extLst>
          </p:cNvPr>
          <p:cNvSpPr>
            <a:spLocks noGrp="1"/>
          </p:cNvSpPr>
          <p:nvPr>
            <p:ph type="body" sz="quarter" idx="11"/>
          </p:nvPr>
        </p:nvSpPr>
        <p:spPr>
          <a:xfrm>
            <a:off x="499379" y="927126"/>
            <a:ext cx="11235421" cy="4733925"/>
          </a:xfrm>
        </p:spPr>
        <p:txBody>
          <a:bodyPr>
            <a:noAutofit/>
          </a:bodyPr>
          <a:lstStyle/>
          <a:p>
            <a:pPr marL="0" indent="0">
              <a:buNone/>
            </a:pPr>
            <a:r>
              <a:rPr lang="en-US" sz="1400" dirty="0"/>
              <a:t>NVIDIA NIM (NVIDIA Inference Microservices) is a collection of containerized AI inference microservices that package optimized AI models and expose them through standard APIs.</a:t>
            </a:r>
          </a:p>
          <a:p>
            <a:pPr marL="0" indent="0">
              <a:buNone/>
            </a:pPr>
            <a:r>
              <a:rPr lang="en-US" sz="1400" dirty="0"/>
              <a:t>In simple terms NIM allows developers to use AI models as ready-to-use services instead of manually deploying and managing them.</a:t>
            </a:r>
          </a:p>
          <a:p>
            <a:pPr marL="0" indent="0">
              <a:buNone/>
            </a:pPr>
            <a:endParaRPr lang="en-US" sz="1400" dirty="0"/>
          </a:p>
          <a:p>
            <a:pPr marL="0" indent="0">
              <a:buNone/>
            </a:pPr>
            <a:r>
              <a:rPr lang="en-US" sz="1400" b="1" dirty="0"/>
              <a:t>AI Model + Inference Engine + REST API + GPU Optimizations + Docker Container = NVIDIA NIM</a:t>
            </a:r>
          </a:p>
          <a:p>
            <a:pPr marL="0" indent="0">
              <a:buNone/>
            </a:pPr>
            <a:endParaRPr lang="en-US" sz="1400" dirty="0"/>
          </a:p>
          <a:p>
            <a:pPr marL="0" indent="0">
              <a:buNone/>
            </a:pPr>
            <a:r>
              <a:rPr lang="en-US" sz="1400" dirty="0"/>
              <a:t>Without NIM, developers typically spend considerable time on infrastructure rather than application development.</a:t>
            </a:r>
          </a:p>
          <a:p>
            <a:pPr marL="0" indent="0">
              <a:buNone/>
            </a:pPr>
            <a:r>
              <a:rPr lang="en-US" sz="1400" b="1" dirty="0"/>
              <a:t>                  Typical workflow                                                                                                     With NVIDIA NIM</a:t>
            </a:r>
          </a:p>
        </p:txBody>
      </p:sp>
      <p:graphicFrame>
        <p:nvGraphicFramePr>
          <p:cNvPr id="5" name="Diagram 4">
            <a:extLst>
              <a:ext uri="{FF2B5EF4-FFF2-40B4-BE49-F238E27FC236}">
                <a16:creationId xmlns:a16="http://schemas.microsoft.com/office/drawing/2014/main" id="{998C864F-568A-DD30-4DAA-C88427DD63E2}"/>
              </a:ext>
            </a:extLst>
          </p:cNvPr>
          <p:cNvGraphicFramePr/>
          <p:nvPr>
            <p:extLst>
              <p:ext uri="{D42A27DB-BD31-4B8C-83A1-F6EECF244321}">
                <p14:modId xmlns:p14="http://schemas.microsoft.com/office/powerpoint/2010/main" val="2093660971"/>
              </p:ext>
            </p:extLst>
          </p:nvPr>
        </p:nvGraphicFramePr>
        <p:xfrm>
          <a:off x="727855" y="3447487"/>
          <a:ext cx="2944735" cy="31666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Diagram 6">
            <a:extLst>
              <a:ext uri="{FF2B5EF4-FFF2-40B4-BE49-F238E27FC236}">
                <a16:creationId xmlns:a16="http://schemas.microsoft.com/office/drawing/2014/main" id="{36D908E2-EA6C-3472-1907-7842884C6F82}"/>
              </a:ext>
            </a:extLst>
          </p:cNvPr>
          <p:cNvGraphicFramePr/>
          <p:nvPr>
            <p:extLst>
              <p:ext uri="{D42A27DB-BD31-4B8C-83A1-F6EECF244321}">
                <p14:modId xmlns:p14="http://schemas.microsoft.com/office/powerpoint/2010/main" val="1029380086"/>
              </p:ext>
            </p:extLst>
          </p:nvPr>
        </p:nvGraphicFramePr>
        <p:xfrm>
          <a:off x="5674143" y="3447486"/>
          <a:ext cx="2944735" cy="133406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8" name="TextBox 7">
            <a:extLst>
              <a:ext uri="{FF2B5EF4-FFF2-40B4-BE49-F238E27FC236}">
                <a16:creationId xmlns:a16="http://schemas.microsoft.com/office/drawing/2014/main" id="{10A42A0F-93C7-5666-85F3-0DFADB0C07E7}"/>
              </a:ext>
            </a:extLst>
          </p:cNvPr>
          <p:cNvSpPr txBox="1"/>
          <p:nvPr/>
        </p:nvSpPr>
        <p:spPr>
          <a:xfrm>
            <a:off x="5674143" y="5177472"/>
            <a:ext cx="4732599" cy="954107"/>
          </a:xfrm>
          <a:prstGeom prst="rect">
            <a:avLst/>
          </a:prstGeom>
          <a:noFill/>
        </p:spPr>
        <p:txBody>
          <a:bodyPr wrap="square" rtlCol="0">
            <a:spAutoFit/>
          </a:bodyPr>
          <a:lstStyle/>
          <a:p>
            <a:r>
              <a:rPr lang="en-US" sz="1400" b="1" dirty="0"/>
              <a:t>Value Proposition</a:t>
            </a:r>
          </a:p>
          <a:p>
            <a:endParaRPr lang="en-US" sz="1400" dirty="0"/>
          </a:p>
          <a:p>
            <a:r>
              <a:rPr lang="en-US" sz="1400" dirty="0"/>
              <a:t>NVIDIA handles infrastructure optimization while developers focus on solving business problems.</a:t>
            </a:r>
          </a:p>
        </p:txBody>
      </p:sp>
    </p:spTree>
    <p:extLst>
      <p:ext uri="{BB962C8B-B14F-4D97-AF65-F5344CB8AC3E}">
        <p14:creationId xmlns:p14="http://schemas.microsoft.com/office/powerpoint/2010/main" val="35006876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AA9DB-357B-7E72-326A-EA57FC809C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CB4C15-B7BD-2164-F608-674113E16BB7}"/>
              </a:ext>
            </a:extLst>
          </p:cNvPr>
          <p:cNvSpPr>
            <a:spLocks noGrp="1"/>
          </p:cNvSpPr>
          <p:nvPr>
            <p:ph type="title"/>
          </p:nvPr>
        </p:nvSpPr>
        <p:spPr/>
        <p:txBody>
          <a:bodyPr>
            <a:normAutofit/>
          </a:bodyPr>
          <a:lstStyle/>
          <a:p>
            <a:r>
              <a:rPr lang="en-US" dirty="0"/>
              <a:t>How NIM Works</a:t>
            </a:r>
          </a:p>
        </p:txBody>
      </p:sp>
      <p:sp>
        <p:nvSpPr>
          <p:cNvPr id="3" name="Text Placeholder 2">
            <a:extLst>
              <a:ext uri="{FF2B5EF4-FFF2-40B4-BE49-F238E27FC236}">
                <a16:creationId xmlns:a16="http://schemas.microsoft.com/office/drawing/2014/main" id="{0C610071-FFFE-172E-BBAE-D6CF1447BA78}"/>
              </a:ext>
            </a:extLst>
          </p:cNvPr>
          <p:cNvSpPr>
            <a:spLocks noGrp="1"/>
          </p:cNvSpPr>
          <p:nvPr>
            <p:ph type="body" sz="quarter" idx="11"/>
          </p:nvPr>
        </p:nvSpPr>
        <p:spPr>
          <a:xfrm>
            <a:off x="464000" y="938351"/>
            <a:ext cx="11270799" cy="4733925"/>
          </a:xfrm>
        </p:spPr>
        <p:txBody>
          <a:bodyPr>
            <a:noAutofit/>
          </a:bodyPr>
          <a:lstStyle/>
          <a:p>
            <a:pPr marL="0" indent="0">
              <a:buNone/>
            </a:pPr>
            <a:r>
              <a:rPr lang="en-US" sz="1200" b="1" dirty="0"/>
              <a:t>1. AI Model (The Brain)</a:t>
            </a:r>
          </a:p>
          <a:p>
            <a:pPr marL="0" indent="0">
              <a:buNone/>
            </a:pPr>
            <a:r>
              <a:rPr lang="en-US" sz="1200" dirty="0"/>
              <a:t>This is the actual intelligence.</a:t>
            </a:r>
          </a:p>
          <a:p>
            <a:pPr marL="0" indent="0">
              <a:buNone/>
            </a:pPr>
            <a:r>
              <a:rPr lang="en-US" sz="1200" dirty="0"/>
              <a:t>Examples: Llama 3, Mistral, Gemma, DeepSeek, CLIP</a:t>
            </a:r>
          </a:p>
          <a:p>
            <a:pPr marL="0" indent="0">
              <a:buNone/>
            </a:pPr>
            <a:r>
              <a:rPr lang="en-US" sz="1200" dirty="0"/>
              <a:t>It is the model that understands your prompt and generates the response.</a:t>
            </a:r>
          </a:p>
          <a:p>
            <a:pPr marL="0" indent="0">
              <a:buNone/>
            </a:pPr>
            <a:endParaRPr lang="en-US" sz="1200" dirty="0"/>
          </a:p>
          <a:p>
            <a:pPr marL="0" indent="0">
              <a:buNone/>
            </a:pPr>
            <a:r>
              <a:rPr lang="en-US" sz="1200" b="1" dirty="0"/>
              <a:t>2. </a:t>
            </a:r>
            <a:r>
              <a:rPr lang="en-US" sz="1200" b="1" dirty="0" err="1"/>
              <a:t>TensorRT</a:t>
            </a:r>
            <a:r>
              <a:rPr lang="en-US" sz="1200" b="1" dirty="0"/>
              <a:t>-LLM (NVIDIA's Performance Optimizer engine)</a:t>
            </a:r>
          </a:p>
          <a:p>
            <a:pPr marL="0" indent="0">
              <a:buNone/>
            </a:pPr>
            <a:r>
              <a:rPr lang="en-US" sz="1200" dirty="0"/>
              <a:t>It takes a trained LLM and makes it run much faster on NVIDIA GPUs.</a:t>
            </a:r>
          </a:p>
          <a:p>
            <a:pPr marL="0" indent="0">
              <a:buNone/>
            </a:pPr>
            <a:r>
              <a:rPr lang="en-US" sz="1200" dirty="0"/>
              <a:t>It performs optimizations such as:</a:t>
            </a:r>
          </a:p>
          <a:p>
            <a:r>
              <a:rPr lang="en-US" sz="1200" dirty="0"/>
              <a:t>Faster matrix operations</a:t>
            </a:r>
          </a:p>
          <a:p>
            <a:r>
              <a:rPr lang="en-US" sz="1200" dirty="0"/>
              <a:t>Better GPU memory usage</a:t>
            </a:r>
          </a:p>
          <a:p>
            <a:r>
              <a:rPr lang="en-US" sz="1200" dirty="0"/>
              <a:t>Lower latency, Higher throughput</a:t>
            </a:r>
          </a:p>
          <a:p>
            <a:r>
              <a:rPr lang="en-US" sz="1200" dirty="0"/>
              <a:t>Efficient attention implementations</a:t>
            </a:r>
          </a:p>
          <a:p>
            <a:pPr marL="0" indent="0">
              <a:buNone/>
            </a:pPr>
            <a:r>
              <a:rPr lang="en-US" sz="1200" dirty="0"/>
              <a:t>The model gives the same answer. It just gets there faster and more efficiently.</a:t>
            </a:r>
          </a:p>
          <a:p>
            <a:pPr marL="0" indent="0">
              <a:buNone/>
            </a:pPr>
            <a:endParaRPr lang="en-US" sz="1200" dirty="0"/>
          </a:p>
          <a:p>
            <a:pPr marL="0" indent="0">
              <a:buNone/>
            </a:pPr>
            <a:r>
              <a:rPr lang="en-US" sz="1200" b="1" dirty="0"/>
              <a:t>3. Triton Inference Server (The Manager)</a:t>
            </a:r>
            <a:endParaRPr lang="en-US" sz="1200" dirty="0"/>
          </a:p>
          <a:p>
            <a:pPr marL="0" indent="0">
              <a:buNone/>
            </a:pPr>
            <a:r>
              <a:rPr lang="en-US" sz="1200" dirty="0"/>
              <a:t>Triton is a server that: Receives requests, sends them to the model, manages queues, batches requests together, returns responses, monitors performance</a:t>
            </a:r>
          </a:p>
          <a:p>
            <a:pPr marL="0" indent="0">
              <a:buNone/>
            </a:pPr>
            <a:endParaRPr lang="en-US" sz="1200" dirty="0"/>
          </a:p>
          <a:p>
            <a:pPr marL="0" indent="0">
              <a:buNone/>
            </a:pPr>
            <a:r>
              <a:rPr lang="en-US" sz="1200" b="1" dirty="0"/>
              <a:t>4. CUDA Runtime (The Translator)</a:t>
            </a:r>
            <a:endParaRPr lang="en-US" sz="1200" dirty="0"/>
          </a:p>
          <a:p>
            <a:pPr marL="0" indent="0">
              <a:buNone/>
            </a:pPr>
            <a:r>
              <a:rPr lang="en-US" sz="1200" dirty="0"/>
              <a:t>Your GPU doesn't understand Python, it understands CUDA instructions.</a:t>
            </a:r>
          </a:p>
          <a:p>
            <a:pPr marL="0" indent="0">
              <a:buNone/>
            </a:pPr>
            <a:r>
              <a:rPr lang="en-US" sz="1200" dirty="0"/>
              <a:t>CUDA converts operations into instructions that the NVIDIA GPU can execute. Without CUDA, the GPU cannot perform the computations.</a:t>
            </a:r>
          </a:p>
          <a:p>
            <a:pPr marL="0" indent="0">
              <a:buNone/>
            </a:pPr>
            <a:endParaRPr lang="en-US" sz="1200" dirty="0"/>
          </a:p>
        </p:txBody>
      </p:sp>
      <p:graphicFrame>
        <p:nvGraphicFramePr>
          <p:cNvPr id="4" name="Diagram 3">
            <a:extLst>
              <a:ext uri="{FF2B5EF4-FFF2-40B4-BE49-F238E27FC236}">
                <a16:creationId xmlns:a16="http://schemas.microsoft.com/office/drawing/2014/main" id="{E0781B84-07F4-18F7-F695-56C556E3599C}"/>
              </a:ext>
            </a:extLst>
          </p:cNvPr>
          <p:cNvGraphicFramePr/>
          <p:nvPr>
            <p:extLst>
              <p:ext uri="{D42A27DB-BD31-4B8C-83A1-F6EECF244321}">
                <p14:modId xmlns:p14="http://schemas.microsoft.com/office/powerpoint/2010/main" val="2700919739"/>
              </p:ext>
            </p:extLst>
          </p:nvPr>
        </p:nvGraphicFramePr>
        <p:xfrm>
          <a:off x="7797038" y="1185724"/>
          <a:ext cx="3541522" cy="39120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366297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C0E4C-FA52-C508-07A2-C224B36877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DD4EA9-DAFB-8147-3667-94B34B49B8CA}"/>
              </a:ext>
            </a:extLst>
          </p:cNvPr>
          <p:cNvSpPr>
            <a:spLocks noGrp="1"/>
          </p:cNvSpPr>
          <p:nvPr>
            <p:ph type="title"/>
          </p:nvPr>
        </p:nvSpPr>
        <p:spPr/>
        <p:txBody>
          <a:bodyPr>
            <a:normAutofit/>
          </a:bodyPr>
          <a:lstStyle/>
          <a:p>
            <a:r>
              <a:rPr lang="en-US" dirty="0"/>
              <a:t>Understanding NIM Through an Example</a:t>
            </a:r>
          </a:p>
        </p:txBody>
      </p:sp>
      <p:sp>
        <p:nvSpPr>
          <p:cNvPr id="3" name="Text Placeholder 2">
            <a:extLst>
              <a:ext uri="{FF2B5EF4-FFF2-40B4-BE49-F238E27FC236}">
                <a16:creationId xmlns:a16="http://schemas.microsoft.com/office/drawing/2014/main" id="{D1006DA3-7AF5-0FBE-6D94-F8EF7A546CE5}"/>
              </a:ext>
            </a:extLst>
          </p:cNvPr>
          <p:cNvSpPr>
            <a:spLocks noGrp="1"/>
          </p:cNvSpPr>
          <p:nvPr>
            <p:ph type="body" sz="quarter" idx="11"/>
          </p:nvPr>
        </p:nvSpPr>
        <p:spPr>
          <a:xfrm>
            <a:off x="464000" y="938351"/>
            <a:ext cx="5632000" cy="4733925"/>
          </a:xfrm>
        </p:spPr>
        <p:txBody>
          <a:bodyPr>
            <a:noAutofit/>
          </a:bodyPr>
          <a:lstStyle/>
          <a:p>
            <a:pPr marL="0" indent="0">
              <a:buNone/>
            </a:pPr>
            <a:r>
              <a:rPr lang="en-US" sz="1200" b="1" dirty="0"/>
              <a:t>Restaurant Analogy - </a:t>
            </a:r>
            <a:r>
              <a:rPr lang="en-US" sz="1200" dirty="0"/>
              <a:t>Imagine a restaurant.</a:t>
            </a:r>
          </a:p>
          <a:p>
            <a:pPr marL="0" indent="0">
              <a:buNone/>
            </a:pPr>
            <a:r>
              <a:rPr lang="en-US" sz="1200" b="1" dirty="0"/>
              <a:t>Without NIM: </a:t>
            </a:r>
            <a:r>
              <a:rPr lang="en-US" sz="1200" dirty="0"/>
              <a:t>You purchase ingredients, cook the food, clean the kitchen, and serve customers.</a:t>
            </a:r>
          </a:p>
          <a:p>
            <a:pPr marL="0" indent="0">
              <a:buNone/>
            </a:pPr>
            <a:r>
              <a:rPr lang="en-US" sz="1200" b="1" dirty="0"/>
              <a:t>With NIM: </a:t>
            </a:r>
            <a:r>
              <a:rPr lang="en-US" sz="1200" dirty="0"/>
              <a:t>You simply place an order, and the restaurant handles everything else.</a:t>
            </a:r>
          </a:p>
          <a:p>
            <a:pPr marL="0" indent="0">
              <a:buNone/>
            </a:pPr>
            <a:endParaRPr lang="en-US" sz="1200" dirty="0"/>
          </a:p>
          <a:p>
            <a:pPr marL="0" indent="0">
              <a:buNone/>
            </a:pPr>
            <a:r>
              <a:rPr lang="en-US" sz="1200" b="1" dirty="0"/>
              <a:t>AI Model = Chef </a:t>
            </a:r>
          </a:p>
          <a:p>
            <a:pPr marL="0" indent="0">
              <a:buNone/>
            </a:pPr>
            <a:r>
              <a:rPr lang="en-US" sz="1200" dirty="0"/>
              <a:t>The chef actually cooks the food.</a:t>
            </a:r>
          </a:p>
          <a:p>
            <a:pPr marL="0" indent="0">
              <a:buNone/>
            </a:pPr>
            <a:endParaRPr lang="en-US" sz="1200" dirty="0"/>
          </a:p>
          <a:p>
            <a:pPr marL="0" indent="0">
              <a:buNone/>
            </a:pPr>
            <a:r>
              <a:rPr lang="en-US" sz="1200" b="1" dirty="0" err="1"/>
              <a:t>TensorRT</a:t>
            </a:r>
            <a:r>
              <a:rPr lang="en-US" sz="1200" b="1" dirty="0"/>
              <a:t>-LLM = Professional Kitchen Equipment</a:t>
            </a:r>
          </a:p>
          <a:p>
            <a:pPr marL="0" indent="0">
              <a:buNone/>
            </a:pPr>
            <a:r>
              <a:rPr lang="en-US" sz="1200" dirty="0"/>
              <a:t>The chef is the same. The kitchen equipment helps the chef cook much faster.</a:t>
            </a:r>
          </a:p>
          <a:p>
            <a:pPr marL="0" indent="0">
              <a:buNone/>
            </a:pPr>
            <a:endParaRPr lang="en-US" sz="1200" dirty="0"/>
          </a:p>
          <a:p>
            <a:pPr marL="0" indent="0">
              <a:buNone/>
            </a:pPr>
            <a:r>
              <a:rPr lang="en-US" sz="1200" b="1" dirty="0"/>
              <a:t>Triton Inference Server = The restaurant manager.</a:t>
            </a:r>
          </a:p>
          <a:p>
            <a:pPr marL="0" indent="0">
              <a:buNone/>
            </a:pPr>
            <a:r>
              <a:rPr lang="en-US" sz="1200" dirty="0"/>
              <a:t>Customers arrive. Who decides which order goes first?</a:t>
            </a:r>
          </a:p>
          <a:p>
            <a:pPr marL="0" indent="0">
              <a:buNone/>
            </a:pPr>
            <a:r>
              <a:rPr lang="en-US" sz="1200" dirty="0"/>
              <a:t>The restaurant manager.</a:t>
            </a:r>
          </a:p>
          <a:p>
            <a:pPr marL="0" indent="0">
              <a:buNone/>
            </a:pPr>
            <a:endParaRPr lang="en-US" sz="1200" dirty="0"/>
          </a:p>
          <a:p>
            <a:pPr marL="0" indent="0">
              <a:buNone/>
            </a:pPr>
            <a:r>
              <a:rPr lang="en-US" sz="1200" b="1" dirty="0"/>
              <a:t>CUDA = Translator </a:t>
            </a:r>
          </a:p>
          <a:p>
            <a:pPr marL="0" indent="0">
              <a:buNone/>
            </a:pPr>
            <a:r>
              <a:rPr lang="en-US" sz="1200" dirty="0"/>
              <a:t>Imagine the chef only speaks Japanese.</a:t>
            </a:r>
          </a:p>
          <a:p>
            <a:pPr marL="0" indent="0">
              <a:buNone/>
            </a:pPr>
            <a:r>
              <a:rPr lang="en-US" sz="1200" dirty="0"/>
              <a:t>Customers speak English.</a:t>
            </a:r>
          </a:p>
          <a:p>
            <a:pPr marL="0" indent="0">
              <a:buNone/>
            </a:pPr>
            <a:r>
              <a:rPr lang="en-US" sz="1200" dirty="0"/>
              <a:t>Someone must translate.</a:t>
            </a:r>
          </a:p>
        </p:txBody>
      </p:sp>
      <p:graphicFrame>
        <p:nvGraphicFramePr>
          <p:cNvPr id="4" name="Diagram 3">
            <a:extLst>
              <a:ext uri="{FF2B5EF4-FFF2-40B4-BE49-F238E27FC236}">
                <a16:creationId xmlns:a16="http://schemas.microsoft.com/office/drawing/2014/main" id="{8B32CE4F-ACBE-D7C0-D797-00D1B8FC274C}"/>
              </a:ext>
            </a:extLst>
          </p:cNvPr>
          <p:cNvGraphicFramePr/>
          <p:nvPr>
            <p:extLst>
              <p:ext uri="{D42A27DB-BD31-4B8C-83A1-F6EECF244321}">
                <p14:modId xmlns:p14="http://schemas.microsoft.com/office/powerpoint/2010/main" val="843133387"/>
              </p:ext>
            </p:extLst>
          </p:nvPr>
        </p:nvGraphicFramePr>
        <p:xfrm>
          <a:off x="6531430" y="790200"/>
          <a:ext cx="4233204" cy="50898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103928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F309A-A5F5-6255-B983-6193C239DB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BE91AB-C7B8-4609-3F0C-1EADFA0ABBF9}"/>
              </a:ext>
            </a:extLst>
          </p:cNvPr>
          <p:cNvSpPr>
            <a:spLocks noGrp="1"/>
          </p:cNvSpPr>
          <p:nvPr>
            <p:ph type="title"/>
          </p:nvPr>
        </p:nvSpPr>
        <p:spPr/>
        <p:txBody>
          <a:bodyPr>
            <a:normAutofit/>
          </a:bodyPr>
          <a:lstStyle/>
          <a:p>
            <a:r>
              <a:rPr lang="en-US" dirty="0"/>
              <a:t>NIM container</a:t>
            </a:r>
          </a:p>
        </p:txBody>
      </p:sp>
      <p:sp>
        <p:nvSpPr>
          <p:cNvPr id="3" name="Text Placeholder 2">
            <a:extLst>
              <a:ext uri="{FF2B5EF4-FFF2-40B4-BE49-F238E27FC236}">
                <a16:creationId xmlns:a16="http://schemas.microsoft.com/office/drawing/2014/main" id="{5C9E7EDD-689A-BE24-9DC1-F737EE4A56B7}"/>
              </a:ext>
            </a:extLst>
          </p:cNvPr>
          <p:cNvSpPr>
            <a:spLocks noGrp="1"/>
          </p:cNvSpPr>
          <p:nvPr>
            <p:ph type="body" sz="quarter" idx="11"/>
          </p:nvPr>
        </p:nvSpPr>
        <p:spPr>
          <a:xfrm>
            <a:off x="464000" y="1086502"/>
            <a:ext cx="6096458" cy="4733925"/>
          </a:xfrm>
        </p:spPr>
        <p:txBody>
          <a:bodyPr>
            <a:noAutofit/>
          </a:bodyPr>
          <a:lstStyle/>
          <a:p>
            <a:pPr marL="0" indent="0">
              <a:buNone/>
            </a:pPr>
            <a:r>
              <a:rPr lang="en-US" sz="1400" dirty="0"/>
              <a:t>Llama 3 NIM container looks conceptually like </a:t>
            </a:r>
            <a:r>
              <a:rPr lang="en-US" sz="1400"/>
              <a:t>this:</a:t>
            </a:r>
            <a:endParaRPr lang="en-US" sz="1400" dirty="0"/>
          </a:p>
          <a:p>
            <a:pPr marL="0" indent="0">
              <a:buNone/>
            </a:pPr>
            <a:endParaRPr lang="en-US" sz="1400" dirty="0"/>
          </a:p>
          <a:p>
            <a:pPr marL="0" indent="0">
              <a:buNone/>
            </a:pPr>
            <a:r>
              <a:rPr lang="en-US" sz="1400" dirty="0"/>
              <a:t>The AI model is not always stored inside the container itself because models are often several gigabytes. The container knows how to download, configure, and serve the model the first time it runs.</a:t>
            </a:r>
          </a:p>
        </p:txBody>
      </p:sp>
      <p:graphicFrame>
        <p:nvGraphicFramePr>
          <p:cNvPr id="5" name="Table 4">
            <a:extLst>
              <a:ext uri="{FF2B5EF4-FFF2-40B4-BE49-F238E27FC236}">
                <a16:creationId xmlns:a16="http://schemas.microsoft.com/office/drawing/2014/main" id="{60D4E229-AC4B-4B8F-A976-B13CA4D00738}"/>
              </a:ext>
            </a:extLst>
          </p:cNvPr>
          <p:cNvGraphicFramePr>
            <a:graphicFrameLocks noGrp="1"/>
          </p:cNvGraphicFramePr>
          <p:nvPr>
            <p:extLst>
              <p:ext uri="{D42A27DB-BD31-4B8C-83A1-F6EECF244321}">
                <p14:modId xmlns:p14="http://schemas.microsoft.com/office/powerpoint/2010/main" val="4224234373"/>
              </p:ext>
            </p:extLst>
          </p:nvPr>
        </p:nvGraphicFramePr>
        <p:xfrm>
          <a:off x="6894744" y="999507"/>
          <a:ext cx="4833257" cy="4820920"/>
        </p:xfrm>
        <a:graphic>
          <a:graphicData uri="http://schemas.openxmlformats.org/drawingml/2006/table">
            <a:tbl>
              <a:tblPr firstRow="1" bandRow="1">
                <a:tableStyleId>{5C22544A-7EE6-4342-B048-85BDC9FD1C3A}</a:tableStyleId>
              </a:tblPr>
              <a:tblGrid>
                <a:gridCol w="4833257">
                  <a:extLst>
                    <a:ext uri="{9D8B030D-6E8A-4147-A177-3AD203B41FA5}">
                      <a16:colId xmlns:a16="http://schemas.microsoft.com/office/drawing/2014/main" val="823864688"/>
                    </a:ext>
                  </a:extLst>
                </a:gridCol>
              </a:tblGrid>
              <a:tr h="370840">
                <a:tc>
                  <a:txBody>
                    <a:bodyPr/>
                    <a:lstStyle/>
                    <a:p>
                      <a:pPr algn="ctr"/>
                      <a:r>
                        <a:rPr lang="en-US" dirty="0"/>
                        <a:t>NVIDIA NI  Container</a:t>
                      </a:r>
                    </a:p>
                  </a:txBody>
                  <a:tcPr/>
                </a:tc>
                <a:extLst>
                  <a:ext uri="{0D108BD9-81ED-4DB2-BD59-A6C34878D82A}">
                    <a16:rowId xmlns:a16="http://schemas.microsoft.com/office/drawing/2014/main" val="32968322"/>
                  </a:ext>
                </a:extLst>
              </a:tr>
              <a:tr h="370840">
                <a:tc>
                  <a:txBody>
                    <a:bodyPr/>
                    <a:lstStyle/>
                    <a:p>
                      <a:r>
                        <a:rPr lang="en-US" dirty="0"/>
                        <a:t>Ubuntu Linux</a:t>
                      </a:r>
                    </a:p>
                  </a:txBody>
                  <a:tcPr/>
                </a:tc>
                <a:extLst>
                  <a:ext uri="{0D108BD9-81ED-4DB2-BD59-A6C34878D82A}">
                    <a16:rowId xmlns:a16="http://schemas.microsoft.com/office/drawing/2014/main" val="502737397"/>
                  </a:ext>
                </a:extLst>
              </a:tr>
              <a:tr h="370840">
                <a:tc>
                  <a:txBody>
                    <a:bodyPr/>
                    <a:lstStyle/>
                    <a:p>
                      <a:r>
                        <a:rPr lang="en-US" dirty="0"/>
                        <a:t>Python runtime</a:t>
                      </a:r>
                    </a:p>
                  </a:txBody>
                  <a:tcPr/>
                </a:tc>
                <a:extLst>
                  <a:ext uri="{0D108BD9-81ED-4DB2-BD59-A6C34878D82A}">
                    <a16:rowId xmlns:a16="http://schemas.microsoft.com/office/drawing/2014/main" val="3570034546"/>
                  </a:ext>
                </a:extLst>
              </a:tr>
              <a:tr h="370840">
                <a:tc>
                  <a:txBody>
                    <a:bodyPr/>
                    <a:lstStyle/>
                    <a:p>
                      <a:r>
                        <a:rPr lang="en-US" dirty="0"/>
                        <a:t>CUDA runtime</a:t>
                      </a:r>
                    </a:p>
                  </a:txBody>
                  <a:tcPr/>
                </a:tc>
                <a:extLst>
                  <a:ext uri="{0D108BD9-81ED-4DB2-BD59-A6C34878D82A}">
                    <a16:rowId xmlns:a16="http://schemas.microsoft.com/office/drawing/2014/main" val="245624239"/>
                  </a:ext>
                </a:extLst>
              </a:tr>
              <a:tr h="370840">
                <a:tc>
                  <a:txBody>
                    <a:bodyPr/>
                    <a:lstStyle/>
                    <a:p>
                      <a:r>
                        <a:rPr lang="en-US" dirty="0" err="1"/>
                        <a:t>TensorRT</a:t>
                      </a:r>
                      <a:r>
                        <a:rPr lang="en-US" dirty="0"/>
                        <a:t> - LLM </a:t>
                      </a:r>
                    </a:p>
                  </a:txBody>
                  <a:tcPr/>
                </a:tc>
                <a:extLst>
                  <a:ext uri="{0D108BD9-81ED-4DB2-BD59-A6C34878D82A}">
                    <a16:rowId xmlns:a16="http://schemas.microsoft.com/office/drawing/2014/main" val="1074209248"/>
                  </a:ext>
                </a:extLst>
              </a:tr>
              <a:tr h="370840">
                <a:tc>
                  <a:txBody>
                    <a:bodyPr/>
                    <a:lstStyle/>
                    <a:p>
                      <a:r>
                        <a:rPr lang="en-US" dirty="0"/>
                        <a:t>Triton inference server</a:t>
                      </a:r>
                    </a:p>
                  </a:txBody>
                  <a:tcPr/>
                </a:tc>
                <a:extLst>
                  <a:ext uri="{0D108BD9-81ED-4DB2-BD59-A6C34878D82A}">
                    <a16:rowId xmlns:a16="http://schemas.microsoft.com/office/drawing/2014/main" val="2903110275"/>
                  </a:ext>
                </a:extLst>
              </a:tr>
              <a:tr h="370840">
                <a:tc>
                  <a:txBody>
                    <a:bodyPr/>
                    <a:lstStyle/>
                    <a:p>
                      <a:r>
                        <a:rPr lang="en-US" dirty="0"/>
                        <a:t>OpenAI – compatible REST API </a:t>
                      </a:r>
                    </a:p>
                  </a:txBody>
                  <a:tcPr/>
                </a:tc>
                <a:extLst>
                  <a:ext uri="{0D108BD9-81ED-4DB2-BD59-A6C34878D82A}">
                    <a16:rowId xmlns:a16="http://schemas.microsoft.com/office/drawing/2014/main" val="3036886343"/>
                  </a:ext>
                </a:extLst>
              </a:tr>
              <a:tr h="370840">
                <a:tc>
                  <a:txBody>
                    <a:bodyPr/>
                    <a:lstStyle/>
                    <a:p>
                      <a:r>
                        <a:rPr lang="en-US" dirty="0"/>
                        <a:t>Model configuration</a:t>
                      </a:r>
                    </a:p>
                  </a:txBody>
                  <a:tcPr/>
                </a:tc>
                <a:extLst>
                  <a:ext uri="{0D108BD9-81ED-4DB2-BD59-A6C34878D82A}">
                    <a16:rowId xmlns:a16="http://schemas.microsoft.com/office/drawing/2014/main" val="233716202"/>
                  </a:ext>
                </a:extLst>
              </a:tr>
              <a:tr h="370840">
                <a:tc>
                  <a:txBody>
                    <a:bodyPr/>
                    <a:lstStyle/>
                    <a:p>
                      <a:r>
                        <a:rPr lang="en-US" dirty="0"/>
                        <a:t>Model downloader</a:t>
                      </a:r>
                    </a:p>
                  </a:txBody>
                  <a:tcPr/>
                </a:tc>
                <a:extLst>
                  <a:ext uri="{0D108BD9-81ED-4DB2-BD59-A6C34878D82A}">
                    <a16:rowId xmlns:a16="http://schemas.microsoft.com/office/drawing/2014/main" val="3012449288"/>
                  </a:ext>
                </a:extLst>
              </a:tr>
              <a:tr h="370840">
                <a:tc>
                  <a:txBody>
                    <a:bodyPr/>
                    <a:lstStyle/>
                    <a:p>
                      <a:r>
                        <a:rPr lang="en-US" dirty="0"/>
                        <a:t>Health checks</a:t>
                      </a:r>
                    </a:p>
                  </a:txBody>
                  <a:tcPr/>
                </a:tc>
                <a:extLst>
                  <a:ext uri="{0D108BD9-81ED-4DB2-BD59-A6C34878D82A}">
                    <a16:rowId xmlns:a16="http://schemas.microsoft.com/office/drawing/2014/main" val="2384217169"/>
                  </a:ext>
                </a:extLst>
              </a:tr>
              <a:tr h="370840">
                <a:tc>
                  <a:txBody>
                    <a:bodyPr/>
                    <a:lstStyle/>
                    <a:p>
                      <a:r>
                        <a:rPr lang="en-US" dirty="0"/>
                        <a:t>Logging</a:t>
                      </a:r>
                    </a:p>
                  </a:txBody>
                  <a:tcPr/>
                </a:tc>
                <a:extLst>
                  <a:ext uri="{0D108BD9-81ED-4DB2-BD59-A6C34878D82A}">
                    <a16:rowId xmlns:a16="http://schemas.microsoft.com/office/drawing/2014/main" val="1765419757"/>
                  </a:ext>
                </a:extLst>
              </a:tr>
              <a:tr h="370840">
                <a:tc>
                  <a:txBody>
                    <a:bodyPr/>
                    <a:lstStyle/>
                    <a:p>
                      <a:r>
                        <a:rPr lang="en-US" dirty="0"/>
                        <a:t>Monitoring</a:t>
                      </a:r>
                    </a:p>
                  </a:txBody>
                  <a:tcPr/>
                </a:tc>
                <a:extLst>
                  <a:ext uri="{0D108BD9-81ED-4DB2-BD59-A6C34878D82A}">
                    <a16:rowId xmlns:a16="http://schemas.microsoft.com/office/drawing/2014/main" val="2086931152"/>
                  </a:ext>
                </a:extLst>
              </a:tr>
              <a:tr h="370840">
                <a:tc>
                  <a:txBody>
                    <a:bodyPr/>
                    <a:lstStyle/>
                    <a:p>
                      <a:r>
                        <a:rPr lang="en-US" dirty="0"/>
                        <a:t>Security</a:t>
                      </a:r>
                    </a:p>
                  </a:txBody>
                  <a:tcPr/>
                </a:tc>
                <a:extLst>
                  <a:ext uri="{0D108BD9-81ED-4DB2-BD59-A6C34878D82A}">
                    <a16:rowId xmlns:a16="http://schemas.microsoft.com/office/drawing/2014/main" val="2814572742"/>
                  </a:ext>
                </a:extLst>
              </a:tr>
            </a:tbl>
          </a:graphicData>
        </a:graphic>
      </p:graphicFrame>
    </p:spTree>
    <p:extLst>
      <p:ext uri="{BB962C8B-B14F-4D97-AF65-F5344CB8AC3E}">
        <p14:creationId xmlns:p14="http://schemas.microsoft.com/office/powerpoint/2010/main" val="74572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DDD7D-BC6B-0EEF-2092-BDEC98A0ED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7143A3-F4EF-82D4-98F1-23C9EF2F16A2}"/>
              </a:ext>
            </a:extLst>
          </p:cNvPr>
          <p:cNvSpPr>
            <a:spLocks noGrp="1"/>
          </p:cNvSpPr>
          <p:nvPr>
            <p:ph type="title"/>
          </p:nvPr>
        </p:nvSpPr>
        <p:spPr/>
        <p:txBody>
          <a:bodyPr>
            <a:normAutofit/>
          </a:bodyPr>
          <a:lstStyle/>
          <a:p>
            <a:r>
              <a:rPr lang="en-US" dirty="0"/>
              <a:t>NVIDIA NIM vs Existing AI Deployment Technologies</a:t>
            </a:r>
          </a:p>
        </p:txBody>
      </p:sp>
      <p:sp>
        <p:nvSpPr>
          <p:cNvPr id="3" name="Text Placeholder 2">
            <a:extLst>
              <a:ext uri="{FF2B5EF4-FFF2-40B4-BE49-F238E27FC236}">
                <a16:creationId xmlns:a16="http://schemas.microsoft.com/office/drawing/2014/main" id="{AA5E2D73-449A-6692-4B00-9FFA4476C60F}"/>
              </a:ext>
            </a:extLst>
          </p:cNvPr>
          <p:cNvSpPr>
            <a:spLocks noGrp="1"/>
          </p:cNvSpPr>
          <p:nvPr>
            <p:ph type="body" sz="quarter" idx="11"/>
          </p:nvPr>
        </p:nvSpPr>
        <p:spPr>
          <a:xfrm>
            <a:off x="464000" y="938351"/>
            <a:ext cx="11235421" cy="4733925"/>
          </a:xfrm>
        </p:spPr>
        <p:txBody>
          <a:bodyPr>
            <a:noAutofit/>
          </a:bodyPr>
          <a:lstStyle/>
          <a:p>
            <a:pPr marL="0" indent="0">
              <a:buNone/>
            </a:pPr>
            <a:r>
              <a:rPr lang="en-US" sz="100" dirty="0"/>
              <a:t>.</a:t>
            </a:r>
          </a:p>
        </p:txBody>
      </p:sp>
      <p:graphicFrame>
        <p:nvGraphicFramePr>
          <p:cNvPr id="6" name="Table 5">
            <a:extLst>
              <a:ext uri="{FF2B5EF4-FFF2-40B4-BE49-F238E27FC236}">
                <a16:creationId xmlns:a16="http://schemas.microsoft.com/office/drawing/2014/main" id="{F49A4BBC-7D6B-80B8-B5C2-800C22DD5A3C}"/>
              </a:ext>
            </a:extLst>
          </p:cNvPr>
          <p:cNvGraphicFramePr>
            <a:graphicFrameLocks noGrp="1"/>
          </p:cNvGraphicFramePr>
          <p:nvPr>
            <p:extLst>
              <p:ext uri="{D42A27DB-BD31-4B8C-83A1-F6EECF244321}">
                <p14:modId xmlns:p14="http://schemas.microsoft.com/office/powerpoint/2010/main" val="1763218784"/>
              </p:ext>
            </p:extLst>
          </p:nvPr>
        </p:nvGraphicFramePr>
        <p:xfrm>
          <a:off x="464000" y="1005840"/>
          <a:ext cx="11270802" cy="5694680"/>
        </p:xfrm>
        <a:graphic>
          <a:graphicData uri="http://schemas.openxmlformats.org/drawingml/2006/table">
            <a:tbl>
              <a:tblPr firstRow="1" bandRow="1">
                <a:tableStyleId>{5C22544A-7EE6-4342-B048-85BDC9FD1C3A}</a:tableStyleId>
              </a:tblPr>
              <a:tblGrid>
                <a:gridCol w="1878467">
                  <a:extLst>
                    <a:ext uri="{9D8B030D-6E8A-4147-A177-3AD203B41FA5}">
                      <a16:colId xmlns:a16="http://schemas.microsoft.com/office/drawing/2014/main" val="4003161878"/>
                    </a:ext>
                  </a:extLst>
                </a:gridCol>
                <a:gridCol w="1878467">
                  <a:extLst>
                    <a:ext uri="{9D8B030D-6E8A-4147-A177-3AD203B41FA5}">
                      <a16:colId xmlns:a16="http://schemas.microsoft.com/office/drawing/2014/main" val="2211669406"/>
                    </a:ext>
                  </a:extLst>
                </a:gridCol>
                <a:gridCol w="1878467">
                  <a:extLst>
                    <a:ext uri="{9D8B030D-6E8A-4147-A177-3AD203B41FA5}">
                      <a16:colId xmlns:a16="http://schemas.microsoft.com/office/drawing/2014/main" val="3196672372"/>
                    </a:ext>
                  </a:extLst>
                </a:gridCol>
                <a:gridCol w="1878467">
                  <a:extLst>
                    <a:ext uri="{9D8B030D-6E8A-4147-A177-3AD203B41FA5}">
                      <a16:colId xmlns:a16="http://schemas.microsoft.com/office/drawing/2014/main" val="742769873"/>
                    </a:ext>
                  </a:extLst>
                </a:gridCol>
                <a:gridCol w="1878467">
                  <a:extLst>
                    <a:ext uri="{9D8B030D-6E8A-4147-A177-3AD203B41FA5}">
                      <a16:colId xmlns:a16="http://schemas.microsoft.com/office/drawing/2014/main" val="710374162"/>
                    </a:ext>
                  </a:extLst>
                </a:gridCol>
                <a:gridCol w="1878467">
                  <a:extLst>
                    <a:ext uri="{9D8B030D-6E8A-4147-A177-3AD203B41FA5}">
                      <a16:colId xmlns:a16="http://schemas.microsoft.com/office/drawing/2014/main" val="2149944663"/>
                    </a:ext>
                  </a:extLst>
                </a:gridCol>
              </a:tblGrid>
              <a:tr h="370840">
                <a:tc>
                  <a:txBody>
                    <a:bodyPr/>
                    <a:lstStyle/>
                    <a:p>
                      <a:pPr algn="ctr"/>
                      <a:r>
                        <a:rPr lang="en-US" sz="1200" dirty="0"/>
                        <a:t>Feature</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r>
                        <a:rPr lang="en-US" sz="1200" dirty="0"/>
                        <a:t>Hugging Face Transformers</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r>
                        <a:rPr lang="en-US" sz="1200" dirty="0" err="1"/>
                        <a:t>Ollama</a:t>
                      </a:r>
                      <a:endParaRPr lang="en-US" sz="1200"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r>
                        <a:rPr lang="en-US" sz="1200" dirty="0" err="1"/>
                        <a:t>vLLM</a:t>
                      </a:r>
                      <a:endParaRPr lang="en-US" sz="1200"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r>
                        <a:rPr lang="en-US" sz="1200" dirty="0"/>
                        <a:t>Triton Inference Server	</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r>
                        <a:rPr lang="en-US" sz="1200" dirty="0"/>
                        <a:t>NVIDIA NIM</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4021593447"/>
                  </a:ext>
                </a:extLst>
              </a:tr>
              <a:tr h="370840">
                <a:tc>
                  <a:txBody>
                    <a:bodyPr/>
                    <a:lstStyle/>
                    <a:p>
                      <a:pPr algn="ctr"/>
                      <a:r>
                        <a:rPr lang="en-US" sz="1200" dirty="0"/>
                        <a:t>Primary Purpose</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algn="ctr"/>
                      <a:r>
                        <a:rPr lang="en-US" sz="1200" dirty="0"/>
                        <a:t>Develop and run models in Python</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algn="ctr"/>
                      <a:r>
                        <a:rPr lang="en-US" sz="1200" dirty="0"/>
                        <a:t>Local model execution</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algn="ctr"/>
                      <a:r>
                        <a:rPr lang="en-US" sz="1200" dirty="0"/>
                        <a:t>High-performance LLM serving</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algn="ctr"/>
                      <a:r>
                        <a:rPr lang="en-US" sz="1200" dirty="0"/>
                        <a:t>Production inference server</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Enterprise AI inference microservice</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65555576"/>
                  </a:ext>
                </a:extLst>
              </a:tr>
              <a:tr h="370840">
                <a:tc>
                  <a:txBody>
                    <a:bodyPr/>
                    <a:lstStyle/>
                    <a:p>
                      <a:pPr algn="ctr"/>
                      <a:r>
                        <a:rPr lang="en-US" sz="1200" dirty="0"/>
                        <a:t>Target Users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Developers &amp; Researchers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Individual developers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AI engineers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ML platform engineers</a:t>
                      </a:r>
                    </a:p>
                    <a:p>
                      <a:pPr algn="ctr"/>
                      <a:endParaRPr lang="en-US" sz="12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Enterprise development teams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02271519"/>
                  </a:ext>
                </a:extLst>
              </a:tr>
              <a:tr h="370840">
                <a:tc>
                  <a:txBody>
                    <a:bodyPr/>
                    <a:lstStyle/>
                    <a:p>
                      <a:pPr algn="ctr"/>
                      <a:r>
                        <a:rPr lang="en-US" sz="1200" dirty="0"/>
                        <a:t>Model Deployment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Manual</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Simple local deployment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Manual server deployment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Manual server deployment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Ready-to-deploy container</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64499723"/>
                  </a:ext>
                </a:extLst>
              </a:tr>
              <a:tr h="370840">
                <a:tc>
                  <a:txBody>
                    <a:bodyPr/>
                    <a:lstStyle/>
                    <a:p>
                      <a:pPr algn="ctr"/>
                      <a:r>
                        <a:rPr lang="en-US" sz="1200" dirty="0"/>
                        <a:t>Inference Optimization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Limited</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Basic</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Optimized</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Optimized</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NVIDIA-optimized (</a:t>
                      </a:r>
                      <a:r>
                        <a:rPr lang="en-US" sz="1200" dirty="0" err="1"/>
                        <a:t>TensorRT</a:t>
                      </a:r>
                      <a:r>
                        <a:rPr lang="en-US" sz="1200" dirty="0"/>
                        <a:t>-LLM and other NVIDIA optimizations)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82934582"/>
                  </a:ext>
                </a:extLst>
              </a:tr>
              <a:tr h="370840">
                <a:tc>
                  <a:txBody>
                    <a:bodyPr/>
                    <a:lstStyle/>
                    <a:p>
                      <a:pPr algn="ctr"/>
                      <a:r>
                        <a:rPr lang="en-US" sz="1200" dirty="0"/>
                        <a:t>RESR API</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Needs to be built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Built-in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OpenAI-compatible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Configurable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OpenAI-compatible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65777516"/>
                  </a:ext>
                </a:extLst>
              </a:tr>
              <a:tr h="370840">
                <a:tc>
                  <a:txBody>
                    <a:bodyPr/>
                    <a:lstStyle/>
                    <a:p>
                      <a:pPr algn="ctr"/>
                      <a:r>
                        <a:rPr lang="en-US" sz="1200" dirty="0"/>
                        <a:t>Concurrent Requests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Manusl implementation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Limited</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Yes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Yes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Yes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74533565"/>
                  </a:ext>
                </a:extLst>
              </a:tr>
              <a:tr h="370840">
                <a:tc>
                  <a:txBody>
                    <a:bodyPr/>
                    <a:lstStyle/>
                    <a:p>
                      <a:pPr algn="ctr"/>
                      <a:r>
                        <a:rPr lang="en-US" sz="1200" dirty="0"/>
                        <a:t>Dynamic Batching</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No</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No</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Yes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Yes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Yes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89648608"/>
                  </a:ext>
                </a:extLst>
              </a:tr>
              <a:tr h="370840">
                <a:tc>
                  <a:txBody>
                    <a:bodyPr/>
                    <a:lstStyle/>
                    <a:p>
                      <a:pPr algn="ctr"/>
                      <a:r>
                        <a:rPr lang="en-US" sz="1200" dirty="0"/>
                        <a:t>GPU Optimization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Manual</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Basic</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Good</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Good</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Optimized for NVIDIA GPUs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06580396"/>
                  </a:ext>
                </a:extLst>
              </a:tr>
              <a:tr h="370840">
                <a:tc>
                  <a:txBody>
                    <a:bodyPr/>
                    <a:lstStyle/>
                    <a:p>
                      <a:pPr algn="ctr"/>
                      <a:r>
                        <a:rPr lang="en-US" sz="1200" dirty="0"/>
                        <a:t>Scalability</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Manual </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Limited</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Good</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Excellent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Enterprise ready</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89996592"/>
                  </a:ext>
                </a:extLst>
              </a:tr>
              <a:tr h="370840">
                <a:tc>
                  <a:txBody>
                    <a:bodyPr/>
                    <a:lstStyle/>
                    <a:p>
                      <a:pPr algn="ctr"/>
                      <a:r>
                        <a:rPr lang="en-US" sz="1200" dirty="0"/>
                        <a:t>Enterprise Support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Community </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Community </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Community </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NVIDIA</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NVIDIA</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89659812"/>
                  </a:ext>
                </a:extLst>
              </a:tr>
              <a:tr h="370840">
                <a:tc>
                  <a:txBody>
                    <a:bodyPr/>
                    <a:lstStyle/>
                    <a:p>
                      <a:pPr algn="ctr"/>
                      <a:r>
                        <a:rPr lang="en-US" sz="1200" dirty="0"/>
                        <a:t>Containerized Deployment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Optional</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Yes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Yes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Yes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Yes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55663174"/>
                  </a:ext>
                </a:extLst>
              </a:tr>
              <a:tr h="370840">
                <a:tc>
                  <a:txBody>
                    <a:bodyPr/>
                    <a:lstStyle/>
                    <a:p>
                      <a:pPr algn="ctr"/>
                      <a:r>
                        <a:rPr lang="en-US" sz="1200" dirty="0"/>
                        <a:t>Best Use Case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Model development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Local experimentation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High-performance LLM serving</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Multi-model inference platform</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Production enterprise AI deployment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01294135"/>
                  </a:ext>
                </a:extLst>
              </a:tr>
            </a:tbl>
          </a:graphicData>
        </a:graphic>
      </p:graphicFrame>
    </p:spTree>
    <p:extLst>
      <p:ext uri="{BB962C8B-B14F-4D97-AF65-F5344CB8AC3E}">
        <p14:creationId xmlns:p14="http://schemas.microsoft.com/office/powerpoint/2010/main" val="32071506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533F9-81D6-9C65-74DA-452F8718DB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C12C56-343B-3B22-60D6-5284A87113D4}"/>
              </a:ext>
            </a:extLst>
          </p:cNvPr>
          <p:cNvSpPr>
            <a:spLocks noGrp="1"/>
          </p:cNvSpPr>
          <p:nvPr>
            <p:ph type="title"/>
          </p:nvPr>
        </p:nvSpPr>
        <p:spPr/>
        <p:txBody>
          <a:bodyPr>
            <a:normAutofit/>
          </a:bodyPr>
          <a:lstStyle/>
          <a:p>
            <a:r>
              <a:rPr lang="en-US" dirty="0"/>
              <a:t>NVIDIA NIM vs </a:t>
            </a:r>
            <a:r>
              <a:rPr lang="en-US" dirty="0" err="1"/>
              <a:t>vLLM</a:t>
            </a:r>
            <a:endParaRPr lang="en-US" dirty="0"/>
          </a:p>
        </p:txBody>
      </p:sp>
      <p:sp>
        <p:nvSpPr>
          <p:cNvPr id="3" name="Text Placeholder 2">
            <a:extLst>
              <a:ext uri="{FF2B5EF4-FFF2-40B4-BE49-F238E27FC236}">
                <a16:creationId xmlns:a16="http://schemas.microsoft.com/office/drawing/2014/main" id="{8A8C8E32-7895-3B20-267A-35AD0D4392EF}"/>
              </a:ext>
            </a:extLst>
          </p:cNvPr>
          <p:cNvSpPr>
            <a:spLocks noGrp="1"/>
          </p:cNvSpPr>
          <p:nvPr>
            <p:ph type="body" sz="quarter" idx="11"/>
          </p:nvPr>
        </p:nvSpPr>
        <p:spPr>
          <a:xfrm>
            <a:off x="464000" y="938351"/>
            <a:ext cx="11270800" cy="4733925"/>
          </a:xfrm>
        </p:spPr>
        <p:txBody>
          <a:bodyPr>
            <a:noAutofit/>
          </a:bodyPr>
          <a:lstStyle/>
          <a:p>
            <a:pPr marL="0" indent="0">
              <a:buNone/>
            </a:pPr>
            <a:r>
              <a:rPr lang="en-US" sz="1200" b="1" dirty="0" err="1"/>
              <a:t>vLLM</a:t>
            </a:r>
            <a:endParaRPr lang="en-US" sz="1200" b="1" dirty="0"/>
          </a:p>
          <a:p>
            <a:pPr marL="0" indent="0">
              <a:buNone/>
            </a:pPr>
            <a:endParaRPr lang="en-US" sz="1200" b="1" dirty="0"/>
          </a:p>
          <a:p>
            <a:pPr marL="0" indent="0">
              <a:buNone/>
            </a:pPr>
            <a:r>
              <a:rPr lang="en-US" sz="1200" dirty="0"/>
              <a:t>pip install </a:t>
            </a:r>
            <a:r>
              <a:rPr lang="en-US" sz="1200" dirty="0" err="1"/>
              <a:t>vllm</a:t>
            </a:r>
            <a:endParaRPr lang="en-US" sz="1200" dirty="0"/>
          </a:p>
          <a:p>
            <a:pPr marL="0" indent="0">
              <a:buNone/>
            </a:pPr>
            <a:r>
              <a:rPr lang="en-US" sz="1200" dirty="0"/>
              <a:t>python -m </a:t>
            </a:r>
            <a:r>
              <a:rPr lang="en-US" sz="1200" dirty="0" err="1"/>
              <a:t>vllm.entrypoints.openai.api_server</a:t>
            </a:r>
            <a:r>
              <a:rPr lang="en-US" sz="1200" dirty="0"/>
              <a:t> \</a:t>
            </a:r>
          </a:p>
          <a:p>
            <a:pPr marL="457200" lvl="1" indent="0">
              <a:buNone/>
            </a:pPr>
            <a:r>
              <a:rPr lang="en-US" sz="1200" dirty="0"/>
              <a:t>    --model meta-llama/Meta-Llama-3-8B-Instruct \</a:t>
            </a:r>
          </a:p>
          <a:p>
            <a:pPr marL="457200" lvl="1" indent="0">
              <a:buNone/>
            </a:pPr>
            <a:r>
              <a:rPr lang="en-US" sz="1200" dirty="0"/>
              <a:t>    --tensor-parallel-size 2 \</a:t>
            </a:r>
          </a:p>
          <a:p>
            <a:pPr marL="457200" lvl="1" indent="0">
              <a:buNone/>
            </a:pPr>
            <a:r>
              <a:rPr lang="en-US" sz="1200" dirty="0"/>
              <a:t>    --</a:t>
            </a:r>
            <a:r>
              <a:rPr lang="en-US" sz="1200" dirty="0" err="1"/>
              <a:t>gpu</a:t>
            </a:r>
            <a:r>
              <a:rPr lang="en-US" sz="1200" dirty="0"/>
              <a:t>-memory-utilization 0.9 \</a:t>
            </a:r>
          </a:p>
          <a:p>
            <a:pPr marL="457200" lvl="1" indent="0">
              <a:buNone/>
            </a:pPr>
            <a:r>
              <a:rPr lang="en-US" sz="1200" dirty="0"/>
              <a:t>    --max-model-</a:t>
            </a:r>
            <a:r>
              <a:rPr lang="en-US" sz="1200" dirty="0" err="1"/>
              <a:t>len</a:t>
            </a:r>
            <a:r>
              <a:rPr lang="en-US" sz="1200" dirty="0"/>
              <a:t> 4096 \</a:t>
            </a:r>
          </a:p>
          <a:p>
            <a:pPr marL="457200" lvl="1" indent="0">
              <a:buNone/>
            </a:pPr>
            <a:r>
              <a:rPr lang="en-US" sz="1200" dirty="0"/>
              <a:t>    --port 8000</a:t>
            </a:r>
          </a:p>
          <a:p>
            <a:pPr marL="457200" lvl="1" indent="0">
              <a:buNone/>
            </a:pPr>
            <a:endParaRPr lang="en-US" sz="1200" dirty="0"/>
          </a:p>
          <a:p>
            <a:pPr marL="457200" lvl="1" indent="0">
              <a:buNone/>
            </a:pPr>
            <a:endParaRPr lang="en-US" sz="1200" dirty="0"/>
          </a:p>
          <a:p>
            <a:pPr marL="457200" lvl="1" indent="0">
              <a:buNone/>
            </a:pPr>
            <a:endParaRPr lang="en-US" sz="1200" dirty="0"/>
          </a:p>
          <a:p>
            <a:pPr marL="457200" lvl="1" indent="0">
              <a:buNone/>
            </a:pPr>
            <a:r>
              <a:rPr lang="en-US" sz="1200" dirty="0"/>
              <a:t>The application codes are almost identical. The difference is not in how developers consume the model—it is in how the model is deployed, optimized, and managed. NIM abstracts away much of the deployment complexity while exposing a standard API.</a:t>
            </a:r>
          </a:p>
          <a:p>
            <a:pPr marL="457200" lvl="1" indent="0">
              <a:buNone/>
            </a:pPr>
            <a:endParaRPr lang="en-US" sz="1200" dirty="0"/>
          </a:p>
          <a:p>
            <a:pPr marL="457200" lvl="1" indent="0">
              <a:buNone/>
            </a:pPr>
            <a:r>
              <a:rPr lang="en-US" sz="1200" dirty="0" err="1"/>
              <a:t>vLLM</a:t>
            </a:r>
            <a:r>
              <a:rPr lang="en-US" sz="1200" dirty="0"/>
              <a:t> = an inference engine that you configure and operate.</a:t>
            </a:r>
          </a:p>
          <a:p>
            <a:pPr marL="457200" lvl="1" indent="0">
              <a:buNone/>
            </a:pPr>
            <a:r>
              <a:rPr lang="en-US" sz="1200" dirty="0"/>
              <a:t>NVIDIA NIM = a packaged, enterprise-ready deployment solution built around NVIDIA's optimized inference stack, so you spend less time on infrastructure and more time on the application.</a:t>
            </a:r>
          </a:p>
        </p:txBody>
      </p:sp>
      <p:sp>
        <p:nvSpPr>
          <p:cNvPr id="5" name="TextBox 4">
            <a:extLst>
              <a:ext uri="{FF2B5EF4-FFF2-40B4-BE49-F238E27FC236}">
                <a16:creationId xmlns:a16="http://schemas.microsoft.com/office/drawing/2014/main" id="{2E4F6FF3-593A-1020-6045-CC2971B026D4}"/>
              </a:ext>
            </a:extLst>
          </p:cNvPr>
          <p:cNvSpPr txBox="1"/>
          <p:nvPr/>
        </p:nvSpPr>
        <p:spPr>
          <a:xfrm>
            <a:off x="6239237" y="870351"/>
            <a:ext cx="6092190" cy="1727652"/>
          </a:xfrm>
          <a:prstGeom prst="rect">
            <a:avLst/>
          </a:prstGeom>
          <a:noFill/>
        </p:spPr>
        <p:txBody>
          <a:bodyPr wrap="square">
            <a:spAutoFit/>
          </a:bodyPr>
          <a:lstStyle/>
          <a:p>
            <a:pPr marL="0" indent="0">
              <a:lnSpc>
                <a:spcPct val="150000"/>
              </a:lnSpc>
              <a:buNone/>
            </a:pPr>
            <a:r>
              <a:rPr lang="en-US" sz="1200" b="1" dirty="0"/>
              <a:t>NVIDIA NIM</a:t>
            </a:r>
          </a:p>
          <a:p>
            <a:pPr marL="0" indent="0">
              <a:lnSpc>
                <a:spcPct val="150000"/>
              </a:lnSpc>
              <a:buNone/>
            </a:pPr>
            <a:endParaRPr lang="en-US" sz="1200" b="1" dirty="0"/>
          </a:p>
          <a:p>
            <a:pPr>
              <a:lnSpc>
                <a:spcPct val="150000"/>
              </a:lnSpc>
            </a:pPr>
            <a:r>
              <a:rPr lang="en-US" sz="1200" dirty="0"/>
              <a:t>docker run \</a:t>
            </a:r>
          </a:p>
          <a:p>
            <a:pPr lvl="1">
              <a:lnSpc>
                <a:spcPct val="150000"/>
              </a:lnSpc>
            </a:pPr>
            <a:r>
              <a:rPr lang="en-US" sz="1200" dirty="0"/>
              <a:t>    --</a:t>
            </a:r>
            <a:r>
              <a:rPr lang="en-US" sz="1200" dirty="0" err="1"/>
              <a:t>gpus</a:t>
            </a:r>
            <a:r>
              <a:rPr lang="en-US" sz="1200" dirty="0"/>
              <a:t> all \</a:t>
            </a:r>
          </a:p>
          <a:p>
            <a:pPr lvl="1">
              <a:lnSpc>
                <a:spcPct val="150000"/>
              </a:lnSpc>
            </a:pPr>
            <a:r>
              <a:rPr lang="en-US" sz="1200" dirty="0"/>
              <a:t>    -p 8000:8000 \</a:t>
            </a:r>
          </a:p>
          <a:p>
            <a:pPr lvl="1">
              <a:lnSpc>
                <a:spcPct val="150000"/>
              </a:lnSpc>
            </a:pPr>
            <a:r>
              <a:rPr lang="en-US" sz="1200" dirty="0"/>
              <a:t>    nvcr.io/nim/meta/llama-3.1-8b-instruct</a:t>
            </a:r>
          </a:p>
        </p:txBody>
      </p:sp>
    </p:spTree>
    <p:extLst>
      <p:ext uri="{BB962C8B-B14F-4D97-AF65-F5344CB8AC3E}">
        <p14:creationId xmlns:p14="http://schemas.microsoft.com/office/powerpoint/2010/main" val="31942146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6B261-913B-5899-A809-5E7A0FEB7B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5EC7AF-88DE-C451-A8C4-02C777AEAE1F}"/>
              </a:ext>
            </a:extLst>
          </p:cNvPr>
          <p:cNvSpPr>
            <a:spLocks noGrp="1"/>
          </p:cNvSpPr>
          <p:nvPr>
            <p:ph type="title"/>
          </p:nvPr>
        </p:nvSpPr>
        <p:spPr/>
        <p:txBody>
          <a:bodyPr>
            <a:normAutofit/>
          </a:bodyPr>
          <a:lstStyle/>
          <a:p>
            <a:r>
              <a:rPr lang="en-US" dirty="0"/>
              <a:t>Requirements</a:t>
            </a:r>
          </a:p>
        </p:txBody>
      </p:sp>
      <p:sp>
        <p:nvSpPr>
          <p:cNvPr id="3" name="Text Placeholder 2">
            <a:extLst>
              <a:ext uri="{FF2B5EF4-FFF2-40B4-BE49-F238E27FC236}">
                <a16:creationId xmlns:a16="http://schemas.microsoft.com/office/drawing/2014/main" id="{BDB2B99A-8AA6-225E-BA99-5F25591ABC82}"/>
              </a:ext>
            </a:extLst>
          </p:cNvPr>
          <p:cNvSpPr>
            <a:spLocks noGrp="1"/>
          </p:cNvSpPr>
          <p:nvPr>
            <p:ph type="body" sz="quarter" idx="11"/>
          </p:nvPr>
        </p:nvSpPr>
        <p:spPr>
          <a:xfrm>
            <a:off x="464000" y="938351"/>
            <a:ext cx="11270800" cy="4733925"/>
          </a:xfrm>
        </p:spPr>
        <p:txBody>
          <a:bodyPr>
            <a:noAutofit/>
          </a:bodyPr>
          <a:lstStyle/>
          <a:p>
            <a:pPr marL="0" indent="0">
              <a:buNone/>
            </a:pPr>
            <a:r>
              <a:rPr lang="en-US" sz="100" dirty="0"/>
              <a:t>.</a:t>
            </a:r>
          </a:p>
        </p:txBody>
      </p:sp>
      <p:graphicFrame>
        <p:nvGraphicFramePr>
          <p:cNvPr id="4" name="Table 3">
            <a:extLst>
              <a:ext uri="{FF2B5EF4-FFF2-40B4-BE49-F238E27FC236}">
                <a16:creationId xmlns:a16="http://schemas.microsoft.com/office/drawing/2014/main" id="{402D4BCE-F33A-BCEF-7E89-7FE8ED9EA59D}"/>
              </a:ext>
            </a:extLst>
          </p:cNvPr>
          <p:cNvGraphicFramePr>
            <a:graphicFrameLocks noGrp="1"/>
          </p:cNvGraphicFramePr>
          <p:nvPr>
            <p:extLst>
              <p:ext uri="{D42A27DB-BD31-4B8C-83A1-F6EECF244321}">
                <p14:modId xmlns:p14="http://schemas.microsoft.com/office/powerpoint/2010/main" val="420709393"/>
              </p:ext>
            </p:extLst>
          </p:nvPr>
        </p:nvGraphicFramePr>
        <p:xfrm>
          <a:off x="693057" y="1304307"/>
          <a:ext cx="10805886" cy="4516120"/>
        </p:xfrm>
        <a:graphic>
          <a:graphicData uri="http://schemas.openxmlformats.org/drawingml/2006/table">
            <a:tbl>
              <a:tblPr firstRow="1" bandRow="1">
                <a:tableStyleId>{5C22544A-7EE6-4342-B048-85BDC9FD1C3A}</a:tableStyleId>
              </a:tblPr>
              <a:tblGrid>
                <a:gridCol w="3601962">
                  <a:extLst>
                    <a:ext uri="{9D8B030D-6E8A-4147-A177-3AD203B41FA5}">
                      <a16:colId xmlns:a16="http://schemas.microsoft.com/office/drawing/2014/main" val="3594549791"/>
                    </a:ext>
                  </a:extLst>
                </a:gridCol>
                <a:gridCol w="2454124">
                  <a:extLst>
                    <a:ext uri="{9D8B030D-6E8A-4147-A177-3AD203B41FA5}">
                      <a16:colId xmlns:a16="http://schemas.microsoft.com/office/drawing/2014/main" val="2622113137"/>
                    </a:ext>
                  </a:extLst>
                </a:gridCol>
                <a:gridCol w="4749800">
                  <a:extLst>
                    <a:ext uri="{9D8B030D-6E8A-4147-A177-3AD203B41FA5}">
                      <a16:colId xmlns:a16="http://schemas.microsoft.com/office/drawing/2014/main" val="3406199257"/>
                    </a:ext>
                  </a:extLst>
                </a:gridCol>
              </a:tblGrid>
              <a:tr h="370840">
                <a:tc>
                  <a:txBody>
                    <a:bodyPr/>
                    <a:lstStyle/>
                    <a:p>
                      <a:r>
                        <a:rPr lang="en-US" dirty="0"/>
                        <a:t>Requirement</a:t>
                      </a:r>
                    </a:p>
                  </a:txBody>
                  <a:tcPr/>
                </a:tc>
                <a:tc>
                  <a:txBody>
                    <a:bodyPr/>
                    <a:lstStyle/>
                    <a:p>
                      <a:r>
                        <a:rPr lang="en-US" dirty="0"/>
                        <a:t>Status</a:t>
                      </a:r>
                    </a:p>
                  </a:txBody>
                  <a:tcPr/>
                </a:tc>
                <a:tc>
                  <a:txBody>
                    <a:bodyPr/>
                    <a:lstStyle/>
                    <a:p>
                      <a:r>
                        <a:rPr lang="en-US" dirty="0"/>
                        <a:t>Course of action</a:t>
                      </a:r>
                    </a:p>
                  </a:txBody>
                  <a:tcPr/>
                </a:tc>
                <a:extLst>
                  <a:ext uri="{0D108BD9-81ED-4DB2-BD59-A6C34878D82A}">
                    <a16:rowId xmlns:a16="http://schemas.microsoft.com/office/drawing/2014/main" val="2033398091"/>
                  </a:ext>
                </a:extLst>
              </a:tr>
              <a:tr h="370840">
                <a:tc>
                  <a:txBody>
                    <a:bodyPr/>
                    <a:lstStyle/>
                    <a:p>
                      <a:r>
                        <a:rPr lang="en-US" dirty="0"/>
                        <a:t>NVIDIA GPU</a:t>
                      </a:r>
                    </a:p>
                  </a:txBody>
                  <a:tcPr/>
                </a:tc>
                <a:tc>
                  <a:txBody>
                    <a:bodyPr/>
                    <a:lstStyle/>
                    <a:p>
                      <a:r>
                        <a:rPr lang="en-US" dirty="0"/>
                        <a:t>Available</a:t>
                      </a:r>
                    </a:p>
                  </a:txBody>
                  <a:tcPr/>
                </a:tc>
                <a:tc>
                  <a:txBody>
                    <a:bodyPr/>
                    <a:lstStyle/>
                    <a:p>
                      <a:r>
                        <a:rPr lang="en-US" dirty="0"/>
                        <a:t>None</a:t>
                      </a:r>
                    </a:p>
                  </a:txBody>
                  <a:tcPr/>
                </a:tc>
                <a:extLst>
                  <a:ext uri="{0D108BD9-81ED-4DB2-BD59-A6C34878D82A}">
                    <a16:rowId xmlns:a16="http://schemas.microsoft.com/office/drawing/2014/main" val="1139639524"/>
                  </a:ext>
                </a:extLst>
              </a:tr>
              <a:tr h="370840">
                <a:tc>
                  <a:txBody>
                    <a:bodyPr/>
                    <a:lstStyle/>
                    <a:p>
                      <a:r>
                        <a:rPr lang="en-US" dirty="0"/>
                        <a:t>NVIDIA Driver</a:t>
                      </a:r>
                    </a:p>
                  </a:txBody>
                  <a:tcPr/>
                </a:tc>
                <a:tc>
                  <a:txBody>
                    <a:bodyPr/>
                    <a:lstStyle/>
                    <a:p>
                      <a:r>
                        <a:rPr lang="en-US" dirty="0"/>
                        <a:t>Installed</a:t>
                      </a:r>
                    </a:p>
                  </a:txBody>
                  <a:tcPr/>
                </a:tc>
                <a:tc>
                  <a:txBody>
                    <a:bodyPr/>
                    <a:lstStyle/>
                    <a:p>
                      <a:r>
                        <a:rPr lang="en-US" dirty="0"/>
                        <a:t>None</a:t>
                      </a:r>
                    </a:p>
                  </a:txBody>
                  <a:tcPr/>
                </a:tc>
                <a:extLst>
                  <a:ext uri="{0D108BD9-81ED-4DB2-BD59-A6C34878D82A}">
                    <a16:rowId xmlns:a16="http://schemas.microsoft.com/office/drawing/2014/main" val="1665775022"/>
                  </a:ext>
                </a:extLst>
              </a:tr>
              <a:tr h="370840">
                <a:tc>
                  <a:txBody>
                    <a:bodyPr/>
                    <a:lstStyle/>
                    <a:p>
                      <a:r>
                        <a:rPr lang="en-US" dirty="0"/>
                        <a:t>CUDA Toolkit</a:t>
                      </a:r>
                    </a:p>
                  </a:txBody>
                  <a:tcPr/>
                </a:tc>
                <a:tc>
                  <a:txBody>
                    <a:bodyPr/>
                    <a:lstStyle/>
                    <a:p>
                      <a:r>
                        <a:rPr lang="en-US" dirty="0"/>
                        <a:t>Missing</a:t>
                      </a:r>
                    </a:p>
                  </a:txBody>
                  <a:tcPr/>
                </a:tc>
                <a:tc>
                  <a:txBody>
                    <a:bodyPr/>
                    <a:lstStyle/>
                    <a:p>
                      <a:r>
                        <a:rPr lang="en-US" dirty="0"/>
                        <a:t>Ask administrator to install the CUDA Toolkit or make </a:t>
                      </a:r>
                      <a:r>
                        <a:rPr lang="en-US" dirty="0" err="1"/>
                        <a:t>nvcc</a:t>
                      </a:r>
                      <a:r>
                        <a:rPr lang="en-US" dirty="0"/>
                        <a:t> available.</a:t>
                      </a:r>
                    </a:p>
                  </a:txBody>
                  <a:tcPr/>
                </a:tc>
                <a:extLst>
                  <a:ext uri="{0D108BD9-81ED-4DB2-BD59-A6C34878D82A}">
                    <a16:rowId xmlns:a16="http://schemas.microsoft.com/office/drawing/2014/main" val="2874624193"/>
                  </a:ext>
                </a:extLst>
              </a:tr>
              <a:tr h="370840">
                <a:tc>
                  <a:txBody>
                    <a:bodyPr/>
                    <a:lstStyle/>
                    <a:p>
                      <a:r>
                        <a:rPr lang="en-US" dirty="0"/>
                        <a:t>Docker</a:t>
                      </a:r>
                    </a:p>
                  </a:txBody>
                  <a:tcPr/>
                </a:tc>
                <a:tc>
                  <a:txBody>
                    <a:bodyPr/>
                    <a:lstStyle/>
                    <a:p>
                      <a:r>
                        <a:rPr lang="en-US" dirty="0"/>
                        <a:t>Installed</a:t>
                      </a:r>
                    </a:p>
                  </a:txBody>
                  <a:tcPr/>
                </a:tc>
                <a:tc>
                  <a:txBody>
                    <a:bodyPr/>
                    <a:lstStyle/>
                    <a:p>
                      <a:r>
                        <a:rPr lang="en-US" dirty="0"/>
                        <a:t>None</a:t>
                      </a:r>
                    </a:p>
                  </a:txBody>
                  <a:tcPr/>
                </a:tc>
                <a:extLst>
                  <a:ext uri="{0D108BD9-81ED-4DB2-BD59-A6C34878D82A}">
                    <a16:rowId xmlns:a16="http://schemas.microsoft.com/office/drawing/2014/main" val="3538162576"/>
                  </a:ext>
                </a:extLst>
              </a:tr>
              <a:tr h="370840">
                <a:tc>
                  <a:txBody>
                    <a:bodyPr/>
                    <a:lstStyle/>
                    <a:p>
                      <a:r>
                        <a:rPr lang="en-US" dirty="0"/>
                        <a:t>Docker Running</a:t>
                      </a:r>
                    </a:p>
                  </a:txBody>
                  <a:tcPr/>
                </a:tc>
                <a:tc>
                  <a:txBody>
                    <a:bodyPr/>
                    <a:lstStyle/>
                    <a:p>
                      <a:r>
                        <a:rPr lang="en-US" dirty="0"/>
                        <a:t>Cannot Verified</a:t>
                      </a:r>
                    </a:p>
                  </a:txBody>
                  <a:tcPr/>
                </a:tc>
                <a:tc>
                  <a:txBody>
                    <a:bodyPr/>
                    <a:lstStyle/>
                    <a:p>
                      <a:r>
                        <a:rPr lang="en-US" dirty="0"/>
                        <a:t>Ask administrator to grant Docker permissions (e.g., add your user to the docker group).</a:t>
                      </a:r>
                    </a:p>
                  </a:txBody>
                  <a:tcPr/>
                </a:tc>
                <a:extLst>
                  <a:ext uri="{0D108BD9-81ED-4DB2-BD59-A6C34878D82A}">
                    <a16:rowId xmlns:a16="http://schemas.microsoft.com/office/drawing/2014/main" val="2252831469"/>
                  </a:ext>
                </a:extLst>
              </a:tr>
              <a:tr h="370840">
                <a:tc>
                  <a:txBody>
                    <a:bodyPr/>
                    <a:lstStyle/>
                    <a:p>
                      <a:r>
                        <a:rPr lang="en-US" dirty="0"/>
                        <a:t>NVIDIA Container Toolkit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Cannot Verified</a:t>
                      </a:r>
                    </a:p>
                  </a:txBody>
                  <a:tcPr/>
                </a:tc>
                <a:tc>
                  <a:txBody>
                    <a:bodyPr/>
                    <a:lstStyle/>
                    <a:p>
                      <a:r>
                        <a:rPr lang="en-US" dirty="0"/>
                        <a:t>Verify after Docker permissions are fixed.</a:t>
                      </a:r>
                    </a:p>
                  </a:txBody>
                  <a:tcPr/>
                </a:tc>
                <a:extLst>
                  <a:ext uri="{0D108BD9-81ED-4DB2-BD59-A6C34878D82A}">
                    <a16:rowId xmlns:a16="http://schemas.microsoft.com/office/drawing/2014/main" val="4263584299"/>
                  </a:ext>
                </a:extLst>
              </a:tr>
              <a:tr h="370840">
                <a:tc>
                  <a:txBody>
                    <a:bodyPr/>
                    <a:lstStyle/>
                    <a:p>
                      <a:r>
                        <a:rPr lang="en-US" dirty="0"/>
                        <a:t>System RAM</a:t>
                      </a:r>
                    </a:p>
                  </a:txBody>
                  <a:tcPr/>
                </a:tc>
                <a:tc>
                  <a:txBody>
                    <a:bodyPr/>
                    <a:lstStyle/>
                    <a:p>
                      <a:r>
                        <a:rPr lang="en-US" dirty="0"/>
                        <a:t>Pass</a:t>
                      </a:r>
                    </a:p>
                  </a:txBody>
                  <a:tcPr/>
                </a:tc>
                <a:tc>
                  <a:txBody>
                    <a:bodyPr/>
                    <a:lstStyle/>
                    <a:p>
                      <a:r>
                        <a:rPr lang="en-US" dirty="0"/>
                        <a:t>None</a:t>
                      </a:r>
                    </a:p>
                  </a:txBody>
                  <a:tcPr/>
                </a:tc>
                <a:extLst>
                  <a:ext uri="{0D108BD9-81ED-4DB2-BD59-A6C34878D82A}">
                    <a16:rowId xmlns:a16="http://schemas.microsoft.com/office/drawing/2014/main" val="147195157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Free SSD Space</a:t>
                      </a:r>
                    </a:p>
                  </a:txBody>
                  <a:tcPr/>
                </a:tc>
                <a:tc>
                  <a:txBody>
                    <a:bodyPr/>
                    <a:lstStyle/>
                    <a:p>
                      <a:r>
                        <a:rPr lang="en-US" dirty="0"/>
                        <a:t>Pass</a:t>
                      </a:r>
                    </a:p>
                  </a:txBody>
                  <a:tcPr/>
                </a:tc>
                <a:tc>
                  <a:txBody>
                    <a:bodyPr/>
                    <a:lstStyle/>
                    <a:p>
                      <a:r>
                        <a:rPr lang="en-US" dirty="0"/>
                        <a:t>None</a:t>
                      </a:r>
                    </a:p>
                  </a:txBody>
                  <a:tcPr/>
                </a:tc>
                <a:extLst>
                  <a:ext uri="{0D108BD9-81ED-4DB2-BD59-A6C34878D82A}">
                    <a16:rowId xmlns:a16="http://schemas.microsoft.com/office/drawing/2014/main" val="2314347251"/>
                  </a:ext>
                </a:extLst>
              </a:tr>
              <a:tr h="370840">
                <a:tc>
                  <a:txBody>
                    <a:bodyPr/>
                    <a:lstStyle/>
                    <a:p>
                      <a:r>
                        <a:rPr lang="en-US" dirty="0"/>
                        <a:t>NGC Account</a:t>
                      </a:r>
                    </a:p>
                  </a:txBody>
                  <a:tcPr/>
                </a:tc>
                <a:tc>
                  <a:txBody>
                    <a:bodyPr/>
                    <a:lstStyle/>
                    <a:p>
                      <a:r>
                        <a:rPr lang="en-US" dirty="0"/>
                        <a:t>Pending</a:t>
                      </a:r>
                    </a:p>
                  </a:txBody>
                  <a:tcPr/>
                </a:tc>
                <a:tc>
                  <a:txBody>
                    <a:bodyPr/>
                    <a:lstStyle/>
                    <a:p>
                      <a:r>
                        <a:rPr lang="en-US" dirty="0"/>
                        <a:t>Create/login using your NGC account and API key.</a:t>
                      </a:r>
                    </a:p>
                  </a:txBody>
                  <a:tcPr/>
                </a:tc>
                <a:extLst>
                  <a:ext uri="{0D108BD9-81ED-4DB2-BD59-A6C34878D82A}">
                    <a16:rowId xmlns:a16="http://schemas.microsoft.com/office/drawing/2014/main" val="2781378559"/>
                  </a:ext>
                </a:extLst>
              </a:tr>
            </a:tbl>
          </a:graphicData>
        </a:graphic>
      </p:graphicFrame>
    </p:spTree>
    <p:extLst>
      <p:ext uri="{BB962C8B-B14F-4D97-AF65-F5344CB8AC3E}">
        <p14:creationId xmlns:p14="http://schemas.microsoft.com/office/powerpoint/2010/main" val="30367494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F7512-0C97-A903-A61A-AC6F341EECA2}"/>
            </a:ext>
          </a:extLst>
        </p:cNvPr>
        <p:cNvGrpSpPr/>
        <p:nvPr/>
      </p:nvGrpSpPr>
      <p:grpSpPr>
        <a:xfrm>
          <a:off x="0" y="0"/>
          <a:ext cx="0" cy="0"/>
          <a:chOff x="0" y="0"/>
          <a:chExt cx="0" cy="0"/>
        </a:xfrm>
      </p:grpSpPr>
      <p:sp>
        <p:nvSpPr>
          <p:cNvPr id="14" name="Text Placeholder 1">
            <a:extLst>
              <a:ext uri="{FF2B5EF4-FFF2-40B4-BE49-F238E27FC236}">
                <a16:creationId xmlns:a16="http://schemas.microsoft.com/office/drawing/2014/main" id="{FF226606-EA35-DA96-E7D9-48BBB319A81A}"/>
              </a:ext>
            </a:extLst>
          </p:cNvPr>
          <p:cNvSpPr txBox="1">
            <a:spLocks/>
          </p:cNvSpPr>
          <p:nvPr/>
        </p:nvSpPr>
        <p:spPr>
          <a:xfrm>
            <a:off x="4427205" y="2791060"/>
            <a:ext cx="7764796" cy="101653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733" b="1" dirty="0">
                <a:solidFill>
                  <a:schemeClr val="bg1"/>
                </a:solidFill>
              </a:rPr>
              <a:t>NVIDIA Libraries</a:t>
            </a:r>
          </a:p>
        </p:txBody>
      </p:sp>
      <p:sp>
        <p:nvSpPr>
          <p:cNvPr id="7" name="Text Placeholder 24">
            <a:extLst>
              <a:ext uri="{FF2B5EF4-FFF2-40B4-BE49-F238E27FC236}">
                <a16:creationId xmlns:a16="http://schemas.microsoft.com/office/drawing/2014/main" id="{CE5AC01A-5C11-A99B-2B28-BC31D76F6993}"/>
              </a:ext>
            </a:extLst>
          </p:cNvPr>
          <p:cNvSpPr txBox="1">
            <a:spLocks/>
          </p:cNvSpPr>
          <p:nvPr/>
        </p:nvSpPr>
        <p:spPr>
          <a:xfrm>
            <a:off x="7207624" y="5210637"/>
            <a:ext cx="4546227" cy="372871"/>
          </a:xfrm>
          <a:prstGeom prst="rect">
            <a:avLst/>
          </a:prstGeom>
        </p:spPr>
        <p:txBody>
          <a:bodyPr anchor="ctr"/>
          <a:lstStyle>
            <a:lvl1pPr marL="0" indent="0" algn="r" defTabSz="914400" rtl="0" eaLnBrk="1" latinLnBrk="0" hangingPunct="1">
              <a:lnSpc>
                <a:spcPct val="90000"/>
              </a:lnSpc>
              <a:spcBef>
                <a:spcPts val="1000"/>
              </a:spcBef>
              <a:buFont typeface="Arial" panose="020B0604020202020204" pitchFamily="34" charset="0"/>
              <a:buNone/>
              <a:defRPr sz="2400" b="1"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1219170">
              <a:spcBef>
                <a:spcPts val="1333"/>
              </a:spcBef>
              <a:defRPr/>
            </a:pPr>
            <a:endParaRPr lang="en-IN" dirty="0">
              <a:solidFill>
                <a:srgbClr val="FFC000"/>
              </a:solidFill>
              <a:latin typeface="Calibri" panose="020F0502020204030204"/>
            </a:endParaRPr>
          </a:p>
        </p:txBody>
      </p:sp>
    </p:spTree>
    <p:extLst>
      <p:ext uri="{BB962C8B-B14F-4D97-AF65-F5344CB8AC3E}">
        <p14:creationId xmlns:p14="http://schemas.microsoft.com/office/powerpoint/2010/main" val="38878100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4339A-AE5E-0BDC-D7B1-2791C72571E0}"/>
              </a:ext>
            </a:extLst>
          </p:cNvPr>
          <p:cNvSpPr>
            <a:spLocks noGrp="1"/>
          </p:cNvSpPr>
          <p:nvPr>
            <p:ph type="title"/>
          </p:nvPr>
        </p:nvSpPr>
        <p:spPr/>
        <p:txBody>
          <a:bodyPr/>
          <a:lstStyle/>
          <a:p>
            <a:r>
              <a:rPr lang="en-US" dirty="0"/>
              <a:t>Libraries </a:t>
            </a:r>
          </a:p>
        </p:txBody>
      </p:sp>
      <p:sp>
        <p:nvSpPr>
          <p:cNvPr id="3" name="Text Placeholder 2">
            <a:extLst>
              <a:ext uri="{FF2B5EF4-FFF2-40B4-BE49-F238E27FC236}">
                <a16:creationId xmlns:a16="http://schemas.microsoft.com/office/drawing/2014/main" id="{D0483C2A-A20F-0DC1-8A27-EC5CEE5FF225}"/>
              </a:ext>
            </a:extLst>
          </p:cNvPr>
          <p:cNvSpPr>
            <a:spLocks noGrp="1"/>
          </p:cNvSpPr>
          <p:nvPr>
            <p:ph type="body" sz="quarter" idx="11"/>
          </p:nvPr>
        </p:nvSpPr>
        <p:spPr/>
        <p:txBody>
          <a:bodyPr>
            <a:normAutofit/>
          </a:bodyPr>
          <a:lstStyle/>
          <a:p>
            <a:r>
              <a:rPr lang="en-US" sz="100" dirty="0"/>
              <a:t>.</a:t>
            </a:r>
          </a:p>
        </p:txBody>
      </p:sp>
      <p:graphicFrame>
        <p:nvGraphicFramePr>
          <p:cNvPr id="4" name="Table 3">
            <a:extLst>
              <a:ext uri="{FF2B5EF4-FFF2-40B4-BE49-F238E27FC236}">
                <a16:creationId xmlns:a16="http://schemas.microsoft.com/office/drawing/2014/main" id="{F38FEA35-E218-6686-8FB7-FCB8B96AE151}"/>
              </a:ext>
            </a:extLst>
          </p:cNvPr>
          <p:cNvGraphicFramePr>
            <a:graphicFrameLocks noGrp="1"/>
          </p:cNvGraphicFramePr>
          <p:nvPr>
            <p:extLst>
              <p:ext uri="{D42A27DB-BD31-4B8C-83A1-F6EECF244321}">
                <p14:modId xmlns:p14="http://schemas.microsoft.com/office/powerpoint/2010/main" val="1619975808"/>
              </p:ext>
            </p:extLst>
          </p:nvPr>
        </p:nvGraphicFramePr>
        <p:xfrm>
          <a:off x="348002" y="1338849"/>
          <a:ext cx="11495996" cy="4394200"/>
        </p:xfrm>
        <a:graphic>
          <a:graphicData uri="http://schemas.openxmlformats.org/drawingml/2006/table">
            <a:tbl>
              <a:tblPr firstRow="1" bandRow="1">
                <a:tableStyleId>{5C22544A-7EE6-4342-B048-85BDC9FD1C3A}</a:tableStyleId>
              </a:tblPr>
              <a:tblGrid>
                <a:gridCol w="1938339">
                  <a:extLst>
                    <a:ext uri="{9D8B030D-6E8A-4147-A177-3AD203B41FA5}">
                      <a16:colId xmlns:a16="http://schemas.microsoft.com/office/drawing/2014/main" val="2608339368"/>
                    </a:ext>
                  </a:extLst>
                </a:gridCol>
                <a:gridCol w="3809659">
                  <a:extLst>
                    <a:ext uri="{9D8B030D-6E8A-4147-A177-3AD203B41FA5}">
                      <a16:colId xmlns:a16="http://schemas.microsoft.com/office/drawing/2014/main" val="3673060125"/>
                    </a:ext>
                  </a:extLst>
                </a:gridCol>
                <a:gridCol w="1807369">
                  <a:extLst>
                    <a:ext uri="{9D8B030D-6E8A-4147-A177-3AD203B41FA5}">
                      <a16:colId xmlns:a16="http://schemas.microsoft.com/office/drawing/2014/main" val="3939268954"/>
                    </a:ext>
                  </a:extLst>
                </a:gridCol>
                <a:gridCol w="3940629">
                  <a:extLst>
                    <a:ext uri="{9D8B030D-6E8A-4147-A177-3AD203B41FA5}">
                      <a16:colId xmlns:a16="http://schemas.microsoft.com/office/drawing/2014/main" val="3095661620"/>
                    </a:ext>
                  </a:extLst>
                </a:gridCol>
              </a:tblGrid>
              <a:tr h="370840">
                <a:tc>
                  <a:txBody>
                    <a:bodyPr/>
                    <a:lstStyle/>
                    <a:p>
                      <a:r>
                        <a:rPr lang="en-US" sz="1200" dirty="0"/>
                        <a:t>Library</a:t>
                      </a:r>
                    </a:p>
                  </a:txBody>
                  <a:tcPr/>
                </a:tc>
                <a:tc>
                  <a:txBody>
                    <a:bodyPr/>
                    <a:lstStyle/>
                    <a:p>
                      <a:r>
                        <a:rPr lang="en-US" sz="1200" dirty="0"/>
                        <a:t>Utility</a:t>
                      </a:r>
                    </a:p>
                  </a:txBody>
                  <a:tcPr/>
                </a:tc>
                <a:tc>
                  <a:txBody>
                    <a:bodyPr/>
                    <a:lstStyle/>
                    <a:p>
                      <a:r>
                        <a:rPr lang="en-US" sz="1200" dirty="0"/>
                        <a:t>Replaces</a:t>
                      </a:r>
                    </a:p>
                  </a:txBody>
                  <a:tcPr/>
                </a:tc>
                <a:tc>
                  <a:txBody>
                    <a:bodyPr/>
                    <a:lstStyle/>
                    <a:p>
                      <a:r>
                        <a:rPr lang="en-US" sz="1200" dirty="0"/>
                        <a:t>Key Benefits</a:t>
                      </a:r>
                    </a:p>
                  </a:txBody>
                  <a:tcPr/>
                </a:tc>
                <a:extLst>
                  <a:ext uri="{0D108BD9-81ED-4DB2-BD59-A6C34878D82A}">
                    <a16:rowId xmlns:a16="http://schemas.microsoft.com/office/drawing/2014/main" val="3440761700"/>
                  </a:ext>
                </a:extLst>
              </a:tr>
              <a:tr h="370840">
                <a:tc>
                  <a:txBody>
                    <a:bodyPr/>
                    <a:lstStyle/>
                    <a:p>
                      <a:r>
                        <a:rPr lang="en-US" sz="1200" dirty="0" err="1"/>
                        <a:t>CuPy</a:t>
                      </a:r>
                      <a:endParaRPr lang="en-US" sz="1200" dirty="0"/>
                    </a:p>
                  </a:txBody>
                  <a:tcPr/>
                </a:tc>
                <a:tc>
                  <a:txBody>
                    <a:bodyPr/>
                    <a:lstStyle/>
                    <a:p>
                      <a:r>
                        <a:rPr lang="en-US" sz="1200" dirty="0"/>
                        <a:t>GPU-accelerated array computing (NumPy API on CUDA)</a:t>
                      </a:r>
                    </a:p>
                  </a:txBody>
                  <a:tcPr/>
                </a:tc>
                <a:tc>
                  <a:txBody>
                    <a:bodyPr/>
                    <a:lstStyle/>
                    <a:p>
                      <a:r>
                        <a:rPr lang="en-US" sz="1200" dirty="0"/>
                        <a:t>NumPy</a:t>
                      </a:r>
                    </a:p>
                  </a:txBody>
                  <a:tcPr/>
                </a:tc>
                <a:tc>
                  <a:txBody>
                    <a:bodyPr/>
                    <a:lstStyle/>
                    <a:p>
                      <a:r>
                        <a:rPr lang="en-US" sz="1200" dirty="0"/>
                        <a:t>10–100x on large FP32 matrix ops; near-zero learning curve</a:t>
                      </a:r>
                    </a:p>
                  </a:txBody>
                  <a:tcPr/>
                </a:tc>
                <a:extLst>
                  <a:ext uri="{0D108BD9-81ED-4DB2-BD59-A6C34878D82A}">
                    <a16:rowId xmlns:a16="http://schemas.microsoft.com/office/drawing/2014/main" val="2455459386"/>
                  </a:ext>
                </a:extLst>
              </a:tr>
              <a:tr h="370840">
                <a:tc>
                  <a:txBody>
                    <a:bodyPr/>
                    <a:lstStyle/>
                    <a:p>
                      <a:r>
                        <a:rPr lang="en-US" sz="1200" dirty="0"/>
                        <a:t>RAPIDS </a:t>
                      </a:r>
                      <a:r>
                        <a:rPr lang="en-US" sz="1200" dirty="0" err="1"/>
                        <a:t>cuDF</a:t>
                      </a:r>
                      <a:endParaRPr lang="en-US" sz="1200" dirty="0"/>
                    </a:p>
                  </a:txBody>
                  <a:tcPr/>
                </a:tc>
                <a:tc>
                  <a:txBody>
                    <a:bodyPr/>
                    <a:lstStyle/>
                    <a:p>
                      <a:r>
                        <a:rPr lang="en-US" sz="1200" dirty="0"/>
                        <a:t>GPU </a:t>
                      </a:r>
                      <a:r>
                        <a:rPr lang="en-US" sz="1200" dirty="0" err="1"/>
                        <a:t>dataframes</a:t>
                      </a:r>
                      <a:r>
                        <a:rPr lang="en-US" sz="1200" dirty="0"/>
                        <a:t> (pandas API)</a:t>
                      </a:r>
                    </a:p>
                  </a:txBody>
                  <a:tcPr/>
                </a:tc>
                <a:tc>
                  <a:txBody>
                    <a:bodyPr/>
                    <a:lstStyle/>
                    <a:p>
                      <a:r>
                        <a:rPr lang="en-US" sz="1200" dirty="0"/>
                        <a:t>Pandas</a:t>
                      </a:r>
                    </a:p>
                  </a:txBody>
                  <a:tcPr/>
                </a:tc>
                <a:tc>
                  <a:txBody>
                    <a:bodyPr/>
                    <a:lstStyle/>
                    <a:p>
                      <a:r>
                        <a:rPr lang="fr-FR" sz="1200" dirty="0"/>
                        <a:t>20–50x on joins/</a:t>
                      </a:r>
                      <a:r>
                        <a:rPr lang="fr-FR" sz="1200" dirty="0" err="1"/>
                        <a:t>groupbys</a:t>
                      </a:r>
                      <a:r>
                        <a:rPr lang="fr-FR" sz="1200" dirty="0"/>
                        <a:t>; </a:t>
                      </a:r>
                      <a:r>
                        <a:rPr lang="fr-FR" sz="1200" dirty="0" err="1"/>
                        <a:t>zero</a:t>
                      </a:r>
                      <a:r>
                        <a:rPr lang="fr-FR" sz="1200" dirty="0"/>
                        <a:t>-code-change mode via python -m </a:t>
                      </a:r>
                      <a:r>
                        <a:rPr lang="fr-FR" sz="1200" dirty="0" err="1"/>
                        <a:t>cudf.pandas</a:t>
                      </a:r>
                      <a:endParaRPr lang="en-US" sz="1200" dirty="0"/>
                    </a:p>
                  </a:txBody>
                  <a:tcPr/>
                </a:tc>
                <a:extLst>
                  <a:ext uri="{0D108BD9-81ED-4DB2-BD59-A6C34878D82A}">
                    <a16:rowId xmlns:a16="http://schemas.microsoft.com/office/drawing/2014/main" val="3136740487"/>
                  </a:ext>
                </a:extLst>
              </a:tr>
              <a:tr h="370840">
                <a:tc>
                  <a:txBody>
                    <a:bodyPr/>
                    <a:lstStyle/>
                    <a:p>
                      <a:r>
                        <a:rPr lang="en-US" sz="1200" dirty="0"/>
                        <a:t>RAPIDS </a:t>
                      </a:r>
                      <a:r>
                        <a:rPr lang="en-US" sz="1200" dirty="0" err="1"/>
                        <a:t>cuML</a:t>
                      </a:r>
                      <a:endParaRPr lang="en-US" sz="1200" dirty="0"/>
                    </a:p>
                  </a:txBody>
                  <a:tcPr/>
                </a:tc>
                <a:tc>
                  <a:txBody>
                    <a:bodyPr/>
                    <a:lstStyle/>
                    <a:p>
                      <a:r>
                        <a:rPr lang="en-US" sz="1200" dirty="0"/>
                        <a:t>GPU machine learning (scikit-learn API — </a:t>
                      </a:r>
                      <a:r>
                        <a:rPr lang="en-US" sz="1200" dirty="0" err="1"/>
                        <a:t>KMeans</a:t>
                      </a:r>
                      <a:r>
                        <a:rPr lang="en-US" sz="1200" dirty="0"/>
                        <a:t>, UMAP, PCA, DBSCAN)</a:t>
                      </a:r>
                    </a:p>
                  </a:txBody>
                  <a:tcPr/>
                </a:tc>
                <a:tc>
                  <a:txBody>
                    <a:bodyPr/>
                    <a:lstStyle/>
                    <a:p>
                      <a:r>
                        <a:rPr lang="en-US" sz="1200" dirty="0"/>
                        <a:t>scikit-learn</a:t>
                      </a:r>
                    </a:p>
                  </a:txBody>
                  <a:tcPr/>
                </a:tc>
                <a:tc>
                  <a:txBody>
                    <a:bodyPr/>
                    <a:lstStyle/>
                    <a:p>
                      <a:r>
                        <a:rPr lang="en-US" sz="1200" dirty="0"/>
                        <a:t>10–50x; UMAP gains biggest; interactive iteration instead of batch waits</a:t>
                      </a:r>
                    </a:p>
                  </a:txBody>
                  <a:tcPr/>
                </a:tc>
                <a:extLst>
                  <a:ext uri="{0D108BD9-81ED-4DB2-BD59-A6C34878D82A}">
                    <a16:rowId xmlns:a16="http://schemas.microsoft.com/office/drawing/2014/main" val="2344609545"/>
                  </a:ext>
                </a:extLst>
              </a:tr>
              <a:tr h="370840">
                <a:tc>
                  <a:txBody>
                    <a:bodyPr/>
                    <a:lstStyle/>
                    <a:p>
                      <a:r>
                        <a:rPr lang="en-US" sz="1200" dirty="0" err="1"/>
                        <a:t>TensorRT</a:t>
                      </a:r>
                      <a:r>
                        <a:rPr lang="en-US" sz="1200" dirty="0"/>
                        <a:t> (torch-</a:t>
                      </a:r>
                      <a:r>
                        <a:rPr lang="en-US" sz="1200" dirty="0" err="1"/>
                        <a:t>tensorrt</a:t>
                      </a:r>
                      <a:r>
                        <a:rPr lang="en-US" sz="1200" dirty="0"/>
                        <a:t>)</a:t>
                      </a:r>
                    </a:p>
                  </a:txBody>
                  <a:tcPr/>
                </a:tc>
                <a:tc>
                  <a:txBody>
                    <a:bodyPr/>
                    <a:lstStyle/>
                    <a:p>
                      <a:r>
                        <a:rPr lang="en-US" sz="1200" dirty="0"/>
                        <a:t>Compiles models into hardware-tuned inference engines (layer fusion, FP16/INT8, kernel auto-tuning)</a:t>
                      </a:r>
                    </a:p>
                  </a:txBody>
                  <a:tcPr/>
                </a:tc>
                <a:tc>
                  <a:txBody>
                    <a:bodyPr/>
                    <a:lstStyle/>
                    <a:p>
                      <a:r>
                        <a:rPr lang="en-US" sz="1200" dirty="0"/>
                        <a:t>Raw </a:t>
                      </a:r>
                      <a:r>
                        <a:rPr lang="en-US" sz="1200" dirty="0" err="1"/>
                        <a:t>PyTorch</a:t>
                      </a:r>
                      <a:r>
                        <a:rPr lang="en-US" sz="1200" dirty="0"/>
                        <a:t> serving</a:t>
                      </a:r>
                    </a:p>
                  </a:txBody>
                  <a:tcPr/>
                </a:tc>
                <a:tc>
                  <a:txBody>
                    <a:bodyPr/>
                    <a:lstStyle/>
                    <a:p>
                      <a:r>
                        <a:rPr lang="en-US" sz="1200" dirty="0"/>
                        <a:t>2–5x lower latency typical; engine is what powers NIM internally</a:t>
                      </a:r>
                    </a:p>
                  </a:txBody>
                  <a:tcPr/>
                </a:tc>
                <a:extLst>
                  <a:ext uri="{0D108BD9-81ED-4DB2-BD59-A6C34878D82A}">
                    <a16:rowId xmlns:a16="http://schemas.microsoft.com/office/drawing/2014/main" val="3911185964"/>
                  </a:ext>
                </a:extLst>
              </a:tr>
              <a:tr h="370840">
                <a:tc>
                  <a:txBody>
                    <a:bodyPr/>
                    <a:lstStyle/>
                    <a:p>
                      <a:r>
                        <a:rPr lang="en-US" sz="1200" dirty="0"/>
                        <a:t>NIM (hosted)</a:t>
                      </a:r>
                    </a:p>
                  </a:txBody>
                  <a:tcPr/>
                </a:tc>
                <a:tc>
                  <a:txBody>
                    <a:bodyPr/>
                    <a:lstStyle/>
                    <a:p>
                      <a:r>
                        <a:rPr lang="en-US" sz="1200" dirty="0"/>
                        <a:t>Prepackaged optimized inference microservice — </a:t>
                      </a:r>
                      <a:r>
                        <a:rPr lang="en-US" sz="1200" dirty="0" err="1"/>
                        <a:t>TensorRT</a:t>
                      </a:r>
                      <a:r>
                        <a:rPr lang="en-US" sz="1200" dirty="0"/>
                        <a:t>-LLM inside, OpenAI-compatible API outside</a:t>
                      </a:r>
                    </a:p>
                  </a:txBody>
                  <a:tcPr/>
                </a:tc>
                <a:tc>
                  <a:txBody>
                    <a:bodyPr/>
                    <a:lstStyle/>
                    <a:p>
                      <a:r>
                        <a:rPr lang="en-US" sz="1200" dirty="0"/>
                        <a:t>Hand-rolled LLM serving; alternative to </a:t>
                      </a:r>
                      <a:r>
                        <a:rPr lang="en-US" sz="1200" dirty="0" err="1"/>
                        <a:t>vLLM</a:t>
                      </a:r>
                      <a:endParaRPr lang="en-US" sz="1200" dirty="0"/>
                    </a:p>
                  </a:txBody>
                  <a:tcPr/>
                </a:tc>
                <a:tc>
                  <a:txBody>
                    <a:bodyPr/>
                    <a:lstStyle/>
                    <a:p>
                      <a:r>
                        <a:rPr lang="en-US" sz="1200" dirty="0"/>
                        <a:t>Zero optimization effort; auto-selects best engine profile per GPU; enterprise support</a:t>
                      </a:r>
                    </a:p>
                  </a:txBody>
                  <a:tcPr/>
                </a:tc>
                <a:extLst>
                  <a:ext uri="{0D108BD9-81ED-4DB2-BD59-A6C34878D82A}">
                    <a16:rowId xmlns:a16="http://schemas.microsoft.com/office/drawing/2014/main" val="3957589163"/>
                  </a:ext>
                </a:extLst>
              </a:tr>
              <a:tr h="370840">
                <a:tc>
                  <a:txBody>
                    <a:bodyPr/>
                    <a:lstStyle/>
                    <a:p>
                      <a:r>
                        <a:rPr lang="en-US" sz="1200" dirty="0"/>
                        <a:t>NIM (self - hosted)</a:t>
                      </a:r>
                    </a:p>
                  </a:txBody>
                  <a:tcPr/>
                </a:tc>
                <a:tc>
                  <a:txBody>
                    <a:bodyPr/>
                    <a:lstStyle/>
                    <a:p>
                      <a:r>
                        <a:rPr lang="en-US" sz="1200" dirty="0"/>
                        <a:t>Same NIM container deployed on own GPU</a:t>
                      </a:r>
                    </a:p>
                  </a:txBody>
                  <a:tcPr/>
                </a:tc>
                <a:tc>
                  <a:txBody>
                    <a:bodyPr/>
                    <a:lstStyle/>
                    <a:p>
                      <a:r>
                        <a:rPr lang="en-US" sz="1200" dirty="0"/>
                        <a:t>Cloud dependency; enables fair </a:t>
                      </a:r>
                      <a:r>
                        <a:rPr lang="en-US" sz="1200" dirty="0" err="1"/>
                        <a:t>vLLM</a:t>
                      </a:r>
                      <a:r>
                        <a:rPr lang="en-US" sz="1200" dirty="0"/>
                        <a:t> comparison</a:t>
                      </a:r>
                    </a:p>
                  </a:txBody>
                  <a:tcPr/>
                </a:tc>
                <a:tc>
                  <a:txBody>
                    <a:bodyPr/>
                    <a:lstStyle/>
                    <a:p>
                      <a:r>
                        <a:rPr lang="en-US" sz="1200" dirty="0"/>
                        <a:t>Full control, no network latency, data stays on-prem</a:t>
                      </a:r>
                    </a:p>
                  </a:txBody>
                  <a:tcPr/>
                </a:tc>
                <a:extLst>
                  <a:ext uri="{0D108BD9-81ED-4DB2-BD59-A6C34878D82A}">
                    <a16:rowId xmlns:a16="http://schemas.microsoft.com/office/drawing/2014/main" val="2203697613"/>
                  </a:ext>
                </a:extLst>
              </a:tr>
              <a:tr h="370840">
                <a:tc>
                  <a:txBody>
                    <a:bodyPr/>
                    <a:lstStyle/>
                    <a:p>
                      <a:r>
                        <a:rPr lang="en-US" sz="1200" dirty="0" err="1"/>
                        <a:t>NeMo</a:t>
                      </a:r>
                      <a:r>
                        <a:rPr lang="en-US" sz="1200" dirty="0"/>
                        <a:t> Guardrails</a:t>
                      </a:r>
                    </a:p>
                  </a:txBody>
                  <a:tcPr/>
                </a:tc>
                <a:tc>
                  <a:txBody>
                    <a:bodyPr/>
                    <a:lstStyle/>
                    <a:p>
                      <a:r>
                        <a:rPr lang="en-US" sz="1200" dirty="0"/>
                        <a:t>Programmable input/output/dialog rails around any LLM (</a:t>
                      </a:r>
                      <a:r>
                        <a:rPr lang="en-US" sz="1200" dirty="0" err="1"/>
                        <a:t>Colang</a:t>
                      </a:r>
                      <a:r>
                        <a:rPr lang="en-US" sz="1200" dirty="0"/>
                        <a:t>/YAML)</a:t>
                      </a:r>
                    </a:p>
                  </a:txBody>
                  <a:tcPr/>
                </a:tc>
                <a:tc>
                  <a:txBody>
                    <a:bodyPr/>
                    <a:lstStyle/>
                    <a:p>
                      <a:r>
                        <a:rPr lang="en-US" sz="1200" dirty="0"/>
                        <a:t>Prompt-only safety instructions</a:t>
                      </a:r>
                    </a:p>
                  </a:txBody>
                  <a:tcPr/>
                </a:tc>
                <a:tc>
                  <a:txBody>
                    <a:bodyPr/>
                    <a:lstStyle/>
                    <a:p>
                      <a:r>
                        <a:rPr lang="en-US" sz="1200" dirty="0"/>
                        <a:t>Externally defined policies; model-agnostic (NIM/OpenAI/</a:t>
                      </a:r>
                      <a:r>
                        <a:rPr lang="en-US" sz="1200" dirty="0" err="1"/>
                        <a:t>vLLM</a:t>
                      </a:r>
                      <a:r>
                        <a:rPr lang="en-US" sz="1200" dirty="0"/>
                        <a:t> backends)</a:t>
                      </a:r>
                    </a:p>
                  </a:txBody>
                  <a:tcPr/>
                </a:tc>
                <a:extLst>
                  <a:ext uri="{0D108BD9-81ED-4DB2-BD59-A6C34878D82A}">
                    <a16:rowId xmlns:a16="http://schemas.microsoft.com/office/drawing/2014/main" val="2283878262"/>
                  </a:ext>
                </a:extLst>
              </a:tr>
              <a:tr h="370840">
                <a:tc>
                  <a:txBody>
                    <a:bodyPr/>
                    <a:lstStyle/>
                    <a:p>
                      <a:r>
                        <a:rPr lang="en-US" sz="1200" dirty="0"/>
                        <a:t>DALI</a:t>
                      </a:r>
                    </a:p>
                  </a:txBody>
                  <a:tcPr/>
                </a:tc>
                <a:tc>
                  <a:txBody>
                    <a:bodyPr/>
                    <a:lstStyle/>
                    <a:p>
                      <a:r>
                        <a:rPr lang="en-US" sz="1200" dirty="0"/>
                        <a:t>GPU-side data loading &amp; augmentation (hardware JPEG decode)</a:t>
                      </a:r>
                    </a:p>
                  </a:txBody>
                  <a:tcPr/>
                </a:tc>
                <a:tc>
                  <a:txBody>
                    <a:bodyPr/>
                    <a:lstStyle/>
                    <a:p>
                      <a:r>
                        <a:rPr lang="en-US" sz="1200" dirty="0" err="1"/>
                        <a:t>torchvision</a:t>
                      </a:r>
                      <a:r>
                        <a:rPr lang="en-US" sz="1200" dirty="0"/>
                        <a:t> transforms + CPU </a:t>
                      </a:r>
                      <a:r>
                        <a:rPr lang="en-US" sz="1200" dirty="0" err="1"/>
                        <a:t>DataLoader</a:t>
                      </a:r>
                      <a:endParaRPr lang="en-US" sz="1200" dirty="0"/>
                    </a:p>
                  </a:txBody>
                  <a:tcPr/>
                </a:tc>
                <a:tc>
                  <a:txBody>
                    <a:bodyPr/>
                    <a:lstStyle/>
                    <a:p>
                      <a:r>
                        <a:rPr lang="en-US" sz="1200" dirty="0"/>
                        <a:t>GPU util from ~60% → 95%+; 30–50% faster epochs on image workloads</a:t>
                      </a:r>
                    </a:p>
                  </a:txBody>
                  <a:tcPr/>
                </a:tc>
                <a:extLst>
                  <a:ext uri="{0D108BD9-81ED-4DB2-BD59-A6C34878D82A}">
                    <a16:rowId xmlns:a16="http://schemas.microsoft.com/office/drawing/2014/main" val="1556504143"/>
                  </a:ext>
                </a:extLst>
              </a:tr>
            </a:tbl>
          </a:graphicData>
        </a:graphic>
      </p:graphicFrame>
    </p:spTree>
    <p:extLst>
      <p:ext uri="{BB962C8B-B14F-4D97-AF65-F5344CB8AC3E}">
        <p14:creationId xmlns:p14="http://schemas.microsoft.com/office/powerpoint/2010/main" val="7940524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FA1D1-1522-C37E-C600-EA0733DA94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272CA5-74B0-827F-B5C3-18C8B376C60F}"/>
              </a:ext>
            </a:extLst>
          </p:cNvPr>
          <p:cNvSpPr>
            <a:spLocks noGrp="1"/>
          </p:cNvSpPr>
          <p:nvPr>
            <p:ph type="title"/>
          </p:nvPr>
        </p:nvSpPr>
        <p:spPr/>
        <p:txBody>
          <a:bodyPr>
            <a:normAutofit/>
          </a:bodyPr>
          <a:lstStyle/>
          <a:p>
            <a:r>
              <a:rPr lang="en-US" dirty="0"/>
              <a:t>Libraries </a:t>
            </a:r>
          </a:p>
        </p:txBody>
      </p:sp>
      <p:sp>
        <p:nvSpPr>
          <p:cNvPr id="3" name="Text Placeholder 2">
            <a:extLst>
              <a:ext uri="{FF2B5EF4-FFF2-40B4-BE49-F238E27FC236}">
                <a16:creationId xmlns:a16="http://schemas.microsoft.com/office/drawing/2014/main" id="{0A2CFBC1-0FD2-BE72-A3B1-4899505F4451}"/>
              </a:ext>
            </a:extLst>
          </p:cNvPr>
          <p:cNvSpPr>
            <a:spLocks noGrp="1"/>
          </p:cNvSpPr>
          <p:nvPr>
            <p:ph type="body" sz="quarter" idx="11"/>
          </p:nvPr>
        </p:nvSpPr>
        <p:spPr>
          <a:xfrm>
            <a:off x="464000" y="938351"/>
            <a:ext cx="11270800" cy="4733925"/>
          </a:xfrm>
        </p:spPr>
        <p:txBody>
          <a:bodyPr>
            <a:noAutofit/>
          </a:bodyPr>
          <a:lstStyle/>
          <a:p>
            <a:pPr marL="0" indent="0">
              <a:buNone/>
            </a:pPr>
            <a:r>
              <a:rPr lang="en-US" sz="100" dirty="0"/>
              <a:t>.</a:t>
            </a:r>
          </a:p>
        </p:txBody>
      </p:sp>
      <p:pic>
        <p:nvPicPr>
          <p:cNvPr id="6" name="Picture 5">
            <a:extLst>
              <a:ext uri="{FF2B5EF4-FFF2-40B4-BE49-F238E27FC236}">
                <a16:creationId xmlns:a16="http://schemas.microsoft.com/office/drawing/2014/main" id="{FD9EEC5E-0122-5CDC-B79D-5969645E012F}"/>
              </a:ext>
            </a:extLst>
          </p:cNvPr>
          <p:cNvPicPr>
            <a:picLocks noChangeAspect="1"/>
          </p:cNvPicPr>
          <p:nvPr/>
        </p:nvPicPr>
        <p:blipFill>
          <a:blip r:embed="rId2"/>
          <a:srcRect r="73223"/>
          <a:stretch>
            <a:fillRect/>
          </a:stretch>
        </p:blipFill>
        <p:spPr>
          <a:xfrm>
            <a:off x="215968" y="1056057"/>
            <a:ext cx="2837543" cy="1324623"/>
          </a:xfrm>
          <a:prstGeom prst="rect">
            <a:avLst/>
          </a:prstGeom>
        </p:spPr>
      </p:pic>
      <p:pic>
        <p:nvPicPr>
          <p:cNvPr id="8" name="Picture 7">
            <a:extLst>
              <a:ext uri="{FF2B5EF4-FFF2-40B4-BE49-F238E27FC236}">
                <a16:creationId xmlns:a16="http://schemas.microsoft.com/office/drawing/2014/main" id="{64F135E5-DA03-1893-4036-8A74DB5E3017}"/>
              </a:ext>
            </a:extLst>
          </p:cNvPr>
          <p:cNvPicPr>
            <a:picLocks noChangeAspect="1"/>
          </p:cNvPicPr>
          <p:nvPr/>
        </p:nvPicPr>
        <p:blipFill>
          <a:blip r:embed="rId3"/>
          <a:srcRect r="71954"/>
          <a:stretch>
            <a:fillRect/>
          </a:stretch>
        </p:blipFill>
        <p:spPr>
          <a:xfrm>
            <a:off x="6301998" y="1306530"/>
            <a:ext cx="2551558" cy="866896"/>
          </a:xfrm>
          <a:prstGeom prst="rect">
            <a:avLst/>
          </a:prstGeom>
        </p:spPr>
      </p:pic>
      <p:pic>
        <p:nvPicPr>
          <p:cNvPr id="10" name="Picture 9">
            <a:extLst>
              <a:ext uri="{FF2B5EF4-FFF2-40B4-BE49-F238E27FC236}">
                <a16:creationId xmlns:a16="http://schemas.microsoft.com/office/drawing/2014/main" id="{8A36F983-0462-874D-F151-24B1ED02CF63}"/>
              </a:ext>
            </a:extLst>
          </p:cNvPr>
          <p:cNvPicPr>
            <a:picLocks noChangeAspect="1"/>
          </p:cNvPicPr>
          <p:nvPr/>
        </p:nvPicPr>
        <p:blipFill>
          <a:blip r:embed="rId4"/>
          <a:srcRect r="69761" b="-4167"/>
          <a:stretch>
            <a:fillRect/>
          </a:stretch>
        </p:blipFill>
        <p:spPr>
          <a:xfrm>
            <a:off x="3319541" y="1382741"/>
            <a:ext cx="2716427" cy="714474"/>
          </a:xfrm>
          <a:prstGeom prst="rect">
            <a:avLst/>
          </a:prstGeom>
        </p:spPr>
      </p:pic>
      <p:pic>
        <p:nvPicPr>
          <p:cNvPr id="12" name="Picture 11">
            <a:extLst>
              <a:ext uri="{FF2B5EF4-FFF2-40B4-BE49-F238E27FC236}">
                <a16:creationId xmlns:a16="http://schemas.microsoft.com/office/drawing/2014/main" id="{26EEBC7C-B6FC-E8D3-E23D-D499B3C0D304}"/>
              </a:ext>
            </a:extLst>
          </p:cNvPr>
          <p:cNvPicPr>
            <a:picLocks noChangeAspect="1"/>
          </p:cNvPicPr>
          <p:nvPr/>
        </p:nvPicPr>
        <p:blipFill>
          <a:blip r:embed="rId5"/>
          <a:stretch>
            <a:fillRect/>
          </a:stretch>
        </p:blipFill>
        <p:spPr>
          <a:xfrm>
            <a:off x="9119586" y="1382740"/>
            <a:ext cx="2676899" cy="714475"/>
          </a:xfrm>
          <a:prstGeom prst="rect">
            <a:avLst/>
          </a:prstGeom>
        </p:spPr>
      </p:pic>
      <p:sp>
        <p:nvSpPr>
          <p:cNvPr id="13" name="TextBox 12">
            <a:extLst>
              <a:ext uri="{FF2B5EF4-FFF2-40B4-BE49-F238E27FC236}">
                <a16:creationId xmlns:a16="http://schemas.microsoft.com/office/drawing/2014/main" id="{63BA0906-0207-CF12-7384-5B5C9395C831}"/>
              </a:ext>
            </a:extLst>
          </p:cNvPr>
          <p:cNvSpPr txBox="1"/>
          <p:nvPr/>
        </p:nvSpPr>
        <p:spPr>
          <a:xfrm>
            <a:off x="1208771" y="2461618"/>
            <a:ext cx="914400" cy="369332"/>
          </a:xfrm>
          <a:prstGeom prst="rect">
            <a:avLst/>
          </a:prstGeom>
          <a:noFill/>
        </p:spPr>
        <p:txBody>
          <a:bodyPr wrap="square" rtlCol="0">
            <a:spAutoFit/>
          </a:bodyPr>
          <a:lstStyle/>
          <a:p>
            <a:r>
              <a:rPr lang="en-US" b="1" dirty="0" err="1"/>
              <a:t>CuPy</a:t>
            </a:r>
            <a:endParaRPr lang="en-US" b="1" dirty="0"/>
          </a:p>
        </p:txBody>
      </p:sp>
      <p:sp>
        <p:nvSpPr>
          <p:cNvPr id="14" name="TextBox 13">
            <a:extLst>
              <a:ext uri="{FF2B5EF4-FFF2-40B4-BE49-F238E27FC236}">
                <a16:creationId xmlns:a16="http://schemas.microsoft.com/office/drawing/2014/main" id="{935259EE-638C-B372-3D15-5093766EF08C}"/>
              </a:ext>
            </a:extLst>
          </p:cNvPr>
          <p:cNvSpPr txBox="1"/>
          <p:nvPr/>
        </p:nvSpPr>
        <p:spPr>
          <a:xfrm>
            <a:off x="7120577" y="2461618"/>
            <a:ext cx="914400" cy="369332"/>
          </a:xfrm>
          <a:prstGeom prst="rect">
            <a:avLst/>
          </a:prstGeom>
          <a:noFill/>
        </p:spPr>
        <p:txBody>
          <a:bodyPr wrap="square" rtlCol="0">
            <a:spAutoFit/>
          </a:bodyPr>
          <a:lstStyle/>
          <a:p>
            <a:r>
              <a:rPr lang="en-US" b="1" dirty="0" err="1"/>
              <a:t>CuDF</a:t>
            </a:r>
            <a:endParaRPr lang="en-US" b="1" dirty="0"/>
          </a:p>
        </p:txBody>
      </p:sp>
      <p:sp>
        <p:nvSpPr>
          <p:cNvPr id="16" name="TextBox 15">
            <a:extLst>
              <a:ext uri="{FF2B5EF4-FFF2-40B4-BE49-F238E27FC236}">
                <a16:creationId xmlns:a16="http://schemas.microsoft.com/office/drawing/2014/main" id="{296C11FF-08E7-741E-B316-FC664AEF3473}"/>
              </a:ext>
            </a:extLst>
          </p:cNvPr>
          <p:cNvSpPr txBox="1"/>
          <p:nvPr/>
        </p:nvSpPr>
        <p:spPr>
          <a:xfrm>
            <a:off x="4220554" y="2461618"/>
            <a:ext cx="914400" cy="369332"/>
          </a:xfrm>
          <a:prstGeom prst="rect">
            <a:avLst/>
          </a:prstGeom>
          <a:noFill/>
        </p:spPr>
        <p:txBody>
          <a:bodyPr wrap="square" rtlCol="0">
            <a:spAutoFit/>
          </a:bodyPr>
          <a:lstStyle/>
          <a:p>
            <a:r>
              <a:rPr lang="en-US" b="1" dirty="0" err="1"/>
              <a:t>CuML</a:t>
            </a:r>
            <a:endParaRPr lang="en-US" b="1" dirty="0"/>
          </a:p>
        </p:txBody>
      </p:sp>
      <p:sp>
        <p:nvSpPr>
          <p:cNvPr id="18" name="TextBox 17">
            <a:extLst>
              <a:ext uri="{FF2B5EF4-FFF2-40B4-BE49-F238E27FC236}">
                <a16:creationId xmlns:a16="http://schemas.microsoft.com/office/drawing/2014/main" id="{4BC7DE04-A49A-A531-9889-D31A2B7ABB61}"/>
              </a:ext>
            </a:extLst>
          </p:cNvPr>
          <p:cNvSpPr txBox="1"/>
          <p:nvPr/>
        </p:nvSpPr>
        <p:spPr>
          <a:xfrm>
            <a:off x="10127344" y="5475260"/>
            <a:ext cx="2064656" cy="369332"/>
          </a:xfrm>
          <a:prstGeom prst="rect">
            <a:avLst/>
          </a:prstGeom>
          <a:noFill/>
        </p:spPr>
        <p:txBody>
          <a:bodyPr wrap="square" rtlCol="0">
            <a:spAutoFit/>
          </a:bodyPr>
          <a:lstStyle/>
          <a:p>
            <a:r>
              <a:rPr lang="en-US" b="1" dirty="0"/>
              <a:t>Nemo Guardrails</a:t>
            </a:r>
          </a:p>
        </p:txBody>
      </p:sp>
      <p:sp>
        <p:nvSpPr>
          <p:cNvPr id="20" name="TextBox 19">
            <a:extLst>
              <a:ext uri="{FF2B5EF4-FFF2-40B4-BE49-F238E27FC236}">
                <a16:creationId xmlns:a16="http://schemas.microsoft.com/office/drawing/2014/main" id="{AFCBA6F1-2E3E-BA55-ACC5-A81C896B5EE3}"/>
              </a:ext>
            </a:extLst>
          </p:cNvPr>
          <p:cNvSpPr txBox="1"/>
          <p:nvPr/>
        </p:nvSpPr>
        <p:spPr>
          <a:xfrm>
            <a:off x="9916198" y="2461618"/>
            <a:ext cx="1811802" cy="369332"/>
          </a:xfrm>
          <a:prstGeom prst="rect">
            <a:avLst/>
          </a:prstGeom>
          <a:noFill/>
        </p:spPr>
        <p:txBody>
          <a:bodyPr wrap="square" rtlCol="0">
            <a:spAutoFit/>
          </a:bodyPr>
          <a:lstStyle/>
          <a:p>
            <a:r>
              <a:rPr lang="en-US" b="1" dirty="0" err="1"/>
              <a:t>TensorRT</a:t>
            </a:r>
            <a:endParaRPr lang="en-US" b="1" dirty="0"/>
          </a:p>
        </p:txBody>
      </p:sp>
      <p:sp>
        <p:nvSpPr>
          <p:cNvPr id="28" name="TextBox 27">
            <a:extLst>
              <a:ext uri="{FF2B5EF4-FFF2-40B4-BE49-F238E27FC236}">
                <a16:creationId xmlns:a16="http://schemas.microsoft.com/office/drawing/2014/main" id="{D5697392-BAF3-BA15-D17A-3E034E89B60D}"/>
              </a:ext>
            </a:extLst>
          </p:cNvPr>
          <p:cNvSpPr txBox="1"/>
          <p:nvPr/>
        </p:nvSpPr>
        <p:spPr>
          <a:xfrm>
            <a:off x="9462187" y="4228815"/>
            <a:ext cx="2272613" cy="369332"/>
          </a:xfrm>
          <a:prstGeom prst="rect">
            <a:avLst/>
          </a:prstGeom>
          <a:noFill/>
        </p:spPr>
        <p:txBody>
          <a:bodyPr wrap="square" rtlCol="0">
            <a:spAutoFit/>
          </a:bodyPr>
          <a:lstStyle/>
          <a:p>
            <a:r>
              <a:rPr lang="en-US" b="1" dirty="0"/>
              <a:t>NVIDIA NIM</a:t>
            </a:r>
          </a:p>
        </p:txBody>
      </p:sp>
      <p:pic>
        <p:nvPicPr>
          <p:cNvPr id="30" name="Picture 29">
            <a:extLst>
              <a:ext uri="{FF2B5EF4-FFF2-40B4-BE49-F238E27FC236}">
                <a16:creationId xmlns:a16="http://schemas.microsoft.com/office/drawing/2014/main" id="{2BAEAEDE-BFDD-7A63-2FD3-0BA3EFFDC3F4}"/>
              </a:ext>
            </a:extLst>
          </p:cNvPr>
          <p:cNvPicPr>
            <a:picLocks noChangeAspect="1"/>
          </p:cNvPicPr>
          <p:nvPr/>
        </p:nvPicPr>
        <p:blipFill>
          <a:blip r:embed="rId6"/>
          <a:stretch>
            <a:fillRect/>
          </a:stretch>
        </p:blipFill>
        <p:spPr>
          <a:xfrm>
            <a:off x="215968" y="2930224"/>
            <a:ext cx="8492603" cy="2693325"/>
          </a:xfrm>
          <a:prstGeom prst="rect">
            <a:avLst/>
          </a:prstGeom>
        </p:spPr>
      </p:pic>
      <p:pic>
        <p:nvPicPr>
          <p:cNvPr id="32" name="Picture 31">
            <a:extLst>
              <a:ext uri="{FF2B5EF4-FFF2-40B4-BE49-F238E27FC236}">
                <a16:creationId xmlns:a16="http://schemas.microsoft.com/office/drawing/2014/main" id="{11C8A955-E9C2-57C7-93FC-5E63E443B923}"/>
              </a:ext>
            </a:extLst>
          </p:cNvPr>
          <p:cNvPicPr>
            <a:picLocks noChangeAspect="1"/>
          </p:cNvPicPr>
          <p:nvPr/>
        </p:nvPicPr>
        <p:blipFill>
          <a:blip r:embed="rId7"/>
          <a:stretch>
            <a:fillRect/>
          </a:stretch>
        </p:blipFill>
        <p:spPr>
          <a:xfrm>
            <a:off x="215968" y="5848209"/>
            <a:ext cx="10745700" cy="1009791"/>
          </a:xfrm>
          <a:prstGeom prst="rect">
            <a:avLst/>
          </a:prstGeom>
        </p:spPr>
      </p:pic>
    </p:spTree>
    <p:extLst>
      <p:ext uri="{BB962C8B-B14F-4D97-AF65-F5344CB8AC3E}">
        <p14:creationId xmlns:p14="http://schemas.microsoft.com/office/powerpoint/2010/main" val="21211998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9486</TotalTime>
  <Words>1324</Words>
  <Application>Microsoft Office PowerPoint</Application>
  <PresentationFormat>Widescreen</PresentationFormat>
  <Paragraphs>306</Paragraphs>
  <Slides>12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Calibri</vt:lpstr>
      <vt:lpstr>Office Theme</vt:lpstr>
      <vt:lpstr>PowerPoint Presentation</vt:lpstr>
      <vt:lpstr>The Current Challenge</vt:lpstr>
      <vt:lpstr>What is NVIDIA NIM?</vt:lpstr>
      <vt:lpstr>How NIM Works</vt:lpstr>
      <vt:lpstr>Understanding NIM Through an Example</vt:lpstr>
      <vt:lpstr>NIM container</vt:lpstr>
      <vt:lpstr>NVIDIA NIM vs Existing AI Deployment Technologies</vt:lpstr>
      <vt:lpstr>NVIDIA NIM vs vLLM</vt:lpstr>
      <vt:lpstr>Requirements</vt:lpstr>
      <vt:lpstr>PowerPoint Presentation</vt:lpstr>
      <vt:lpstr>Libraries </vt:lpstr>
      <vt:lpstr>Libraries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Anushree Singhal</dc:creator>
  <cp:lastModifiedBy>Anushree Singhal</cp:lastModifiedBy>
  <cp:revision>1</cp:revision>
  <dcterms:created xsi:type="dcterms:W3CDTF">2026-06-29T12:29:35Z</dcterms:created>
  <dcterms:modified xsi:type="dcterms:W3CDTF">2026-08-03T01:20:56Z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0993bd6-1ede-4830-9dba-3224251d6855_Enabled">
    <vt:lpwstr>true</vt:lpwstr>
  </property>
  <property fmtid="{D5CDD505-2E9C-101B-9397-08002B2CF9AE}" pid="3" name="MSIP_Label_40993bd6-1ede-4830-9dba-3224251d6855_SetDate">
    <vt:lpwstr>2026-06-29T12:29:44Z</vt:lpwstr>
  </property>
  <property fmtid="{D5CDD505-2E9C-101B-9397-08002B2CF9AE}" pid="4" name="MSIP_Label_40993bd6-1ede-4830-9dba-3224251d6855_Method">
    <vt:lpwstr>Privileged</vt:lpwstr>
  </property>
  <property fmtid="{D5CDD505-2E9C-101B-9397-08002B2CF9AE}" pid="5" name="MSIP_Label_40993bd6-1ede-4830-9dba-3224251d6855_Name">
    <vt:lpwstr>Business</vt:lpwstr>
  </property>
  <property fmtid="{D5CDD505-2E9C-101B-9397-08002B2CF9AE}" pid="6" name="MSIP_Label_40993bd6-1ede-4830-9dba-3224251d6855_SiteId">
    <vt:lpwstr>311b3378-8e8a-4b5e-a33f-e80a3d8ba60a</vt:lpwstr>
  </property>
  <property fmtid="{D5CDD505-2E9C-101B-9397-08002B2CF9AE}" pid="7" name="MSIP_Label_40993bd6-1ede-4830-9dba-3224251d6855_ActionId">
    <vt:lpwstr>41ad404b-f417-48b2-a234-f6e6f3ee83e3</vt:lpwstr>
  </property>
  <property fmtid="{D5CDD505-2E9C-101B-9397-08002B2CF9AE}" pid="8" name="MSIP_Label_40993bd6-1ede-4830-9dba-3224251d6855_ContentBits">
    <vt:lpwstr>0</vt:lpwstr>
  </property>
  <property fmtid="{D5CDD505-2E9C-101B-9397-08002B2CF9AE}" pid="9" name="MSIP_Label_40993bd6-1ede-4830-9dba-3224251d6855_Tag">
    <vt:lpwstr>10, 0, 1, 1</vt:lpwstr>
  </property>
</Properties>
</file>